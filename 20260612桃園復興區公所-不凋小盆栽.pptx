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media/image2.jpeg" ContentType="image/jpeg"/>
  <Override PartName="/ppt/theme/theme2.xml" ContentType="application/vnd.openxmlformats-officedocument.theme+xml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4500"/>
      </a:spcBef>
      <a:spcAft>
        <a:spcPts val="0"/>
      </a:spcAft>
      <a:buClr>
        <a:srgbClr val="9A7865"/>
      </a:buClr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625B48"/>
        </a:solidFill>
        <a:effectLst/>
        <a:uFillTx/>
        <a:latin typeface="+mn-lt"/>
        <a:ea typeface="+mn-ea"/>
        <a:cs typeface="+mn-cs"/>
        <a:sym typeface="Didot"/>
      </a:defRPr>
    </a:lvl1pPr>
    <a:lvl2pPr marL="0" marR="0" indent="0" algn="l" defTabSz="825500" rtl="0" fontAlgn="auto" latinLnBrk="0" hangingPunct="0">
      <a:lnSpc>
        <a:spcPct val="100000"/>
      </a:lnSpc>
      <a:spcBef>
        <a:spcPts val="4500"/>
      </a:spcBef>
      <a:spcAft>
        <a:spcPts val="0"/>
      </a:spcAft>
      <a:buClr>
        <a:srgbClr val="9A7865"/>
      </a:buClr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625B48"/>
        </a:solidFill>
        <a:effectLst/>
        <a:uFillTx/>
        <a:latin typeface="+mn-lt"/>
        <a:ea typeface="+mn-ea"/>
        <a:cs typeface="+mn-cs"/>
        <a:sym typeface="Didot"/>
      </a:defRPr>
    </a:lvl2pPr>
    <a:lvl3pPr marL="0" marR="0" indent="0" algn="l" defTabSz="825500" rtl="0" fontAlgn="auto" latinLnBrk="0" hangingPunct="0">
      <a:lnSpc>
        <a:spcPct val="100000"/>
      </a:lnSpc>
      <a:spcBef>
        <a:spcPts val="4500"/>
      </a:spcBef>
      <a:spcAft>
        <a:spcPts val="0"/>
      </a:spcAft>
      <a:buClr>
        <a:srgbClr val="9A7865"/>
      </a:buClr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625B48"/>
        </a:solidFill>
        <a:effectLst/>
        <a:uFillTx/>
        <a:latin typeface="+mn-lt"/>
        <a:ea typeface="+mn-ea"/>
        <a:cs typeface="+mn-cs"/>
        <a:sym typeface="Didot"/>
      </a:defRPr>
    </a:lvl3pPr>
    <a:lvl4pPr marL="0" marR="0" indent="0" algn="l" defTabSz="825500" rtl="0" fontAlgn="auto" latinLnBrk="0" hangingPunct="0">
      <a:lnSpc>
        <a:spcPct val="100000"/>
      </a:lnSpc>
      <a:spcBef>
        <a:spcPts val="4500"/>
      </a:spcBef>
      <a:spcAft>
        <a:spcPts val="0"/>
      </a:spcAft>
      <a:buClr>
        <a:srgbClr val="9A7865"/>
      </a:buClr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625B48"/>
        </a:solidFill>
        <a:effectLst/>
        <a:uFillTx/>
        <a:latin typeface="+mn-lt"/>
        <a:ea typeface="+mn-ea"/>
        <a:cs typeface="+mn-cs"/>
        <a:sym typeface="Didot"/>
      </a:defRPr>
    </a:lvl4pPr>
    <a:lvl5pPr marL="0" marR="0" indent="0" algn="l" defTabSz="825500" rtl="0" fontAlgn="auto" latinLnBrk="0" hangingPunct="0">
      <a:lnSpc>
        <a:spcPct val="100000"/>
      </a:lnSpc>
      <a:spcBef>
        <a:spcPts val="4500"/>
      </a:spcBef>
      <a:spcAft>
        <a:spcPts val="0"/>
      </a:spcAft>
      <a:buClr>
        <a:srgbClr val="9A7865"/>
      </a:buClr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625B48"/>
        </a:solidFill>
        <a:effectLst/>
        <a:uFillTx/>
        <a:latin typeface="+mn-lt"/>
        <a:ea typeface="+mn-ea"/>
        <a:cs typeface="+mn-cs"/>
        <a:sym typeface="Didot"/>
      </a:defRPr>
    </a:lvl5pPr>
    <a:lvl6pPr marL="0" marR="0" indent="0" algn="l" defTabSz="825500" rtl="0" fontAlgn="auto" latinLnBrk="0" hangingPunct="0">
      <a:lnSpc>
        <a:spcPct val="100000"/>
      </a:lnSpc>
      <a:spcBef>
        <a:spcPts val="4500"/>
      </a:spcBef>
      <a:spcAft>
        <a:spcPts val="0"/>
      </a:spcAft>
      <a:buClr>
        <a:srgbClr val="9A7865"/>
      </a:buClr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625B48"/>
        </a:solidFill>
        <a:effectLst/>
        <a:uFillTx/>
        <a:latin typeface="+mn-lt"/>
        <a:ea typeface="+mn-ea"/>
        <a:cs typeface="+mn-cs"/>
        <a:sym typeface="Didot"/>
      </a:defRPr>
    </a:lvl6pPr>
    <a:lvl7pPr marL="0" marR="0" indent="0" algn="l" defTabSz="825500" rtl="0" fontAlgn="auto" latinLnBrk="0" hangingPunct="0">
      <a:lnSpc>
        <a:spcPct val="100000"/>
      </a:lnSpc>
      <a:spcBef>
        <a:spcPts val="4500"/>
      </a:spcBef>
      <a:spcAft>
        <a:spcPts val="0"/>
      </a:spcAft>
      <a:buClr>
        <a:srgbClr val="9A7865"/>
      </a:buClr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625B48"/>
        </a:solidFill>
        <a:effectLst/>
        <a:uFillTx/>
        <a:latin typeface="+mn-lt"/>
        <a:ea typeface="+mn-ea"/>
        <a:cs typeface="+mn-cs"/>
        <a:sym typeface="Didot"/>
      </a:defRPr>
    </a:lvl7pPr>
    <a:lvl8pPr marL="0" marR="0" indent="0" algn="l" defTabSz="825500" rtl="0" fontAlgn="auto" latinLnBrk="0" hangingPunct="0">
      <a:lnSpc>
        <a:spcPct val="100000"/>
      </a:lnSpc>
      <a:spcBef>
        <a:spcPts val="4500"/>
      </a:spcBef>
      <a:spcAft>
        <a:spcPts val="0"/>
      </a:spcAft>
      <a:buClr>
        <a:srgbClr val="9A7865"/>
      </a:buClr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625B48"/>
        </a:solidFill>
        <a:effectLst/>
        <a:uFillTx/>
        <a:latin typeface="+mn-lt"/>
        <a:ea typeface="+mn-ea"/>
        <a:cs typeface="+mn-cs"/>
        <a:sym typeface="Didot"/>
      </a:defRPr>
    </a:lvl8pPr>
    <a:lvl9pPr marL="0" marR="0" indent="0" algn="l" defTabSz="825500" rtl="0" fontAlgn="auto" latinLnBrk="0" hangingPunct="0">
      <a:lnSpc>
        <a:spcPct val="100000"/>
      </a:lnSpc>
      <a:spcBef>
        <a:spcPts val="4500"/>
      </a:spcBef>
      <a:spcAft>
        <a:spcPts val="0"/>
      </a:spcAft>
      <a:buClr>
        <a:srgbClr val="9A7865"/>
      </a:buClr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625B48"/>
        </a:solidFill>
        <a:effectLst/>
        <a:uFillTx/>
        <a:latin typeface="+mn-lt"/>
        <a:ea typeface="+mn-ea"/>
        <a:cs typeface="+mn-cs"/>
        <a:sym typeface="Dido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59411C"/>
        </a:fontRef>
        <a:srgbClr val="59411C"/>
      </a:tcTxStyle>
      <a:tcStyle>
        <a:tcBdr>
          <a:left>
            <a:ln w="12700" cap="flat">
              <a:solidFill>
                <a:srgbClr val="B8A992"/>
              </a:solidFill>
              <a:prstDash val="solid"/>
              <a:miter lim="400000"/>
            </a:ln>
          </a:left>
          <a:right>
            <a:ln w="12700" cap="flat">
              <a:solidFill>
                <a:srgbClr val="B8A992"/>
              </a:solidFill>
              <a:prstDash val="solid"/>
              <a:miter lim="400000"/>
            </a:ln>
          </a:right>
          <a:top>
            <a:ln w="12700" cap="flat">
              <a:solidFill>
                <a:srgbClr val="B8A992"/>
              </a:solidFill>
              <a:prstDash val="solid"/>
              <a:miter lim="400000"/>
            </a:ln>
          </a:top>
          <a:bottom>
            <a:ln w="12700" cap="flat">
              <a:solidFill>
                <a:srgbClr val="B8A992"/>
              </a:solidFill>
              <a:prstDash val="solid"/>
              <a:miter lim="400000"/>
            </a:ln>
          </a:bottom>
          <a:insideH>
            <a:ln w="12700" cap="flat">
              <a:solidFill>
                <a:srgbClr val="B8A992"/>
              </a:solidFill>
              <a:prstDash val="solid"/>
              <a:miter lim="400000"/>
            </a:ln>
          </a:insideH>
          <a:insideV>
            <a:ln w="12700" cap="flat">
              <a:solidFill>
                <a:srgbClr val="B8A992"/>
              </a:solidFill>
              <a:prstDash val="solid"/>
              <a:miter lim="400000"/>
            </a:ln>
          </a:insideV>
        </a:tcBdr>
        <a:fill>
          <a:solidFill>
            <a:srgbClr val="ECDEB5"/>
          </a:solidFill>
        </a:fill>
      </a:tcStyle>
    </a:wholeTbl>
    <a:band2H>
      <a:tcTxStyle b="def" i="def"/>
      <a:tcStyle>
        <a:tcBdr/>
        <a:fill>
          <a:solidFill>
            <a:srgbClr val="E7D4AC"/>
          </a:solidFill>
        </a:fill>
      </a:tcStyle>
    </a:band2H>
    <a:firstCol>
      <a:tcTxStyle b="off" i="off">
        <a:fontRef idx="minor">
          <a:srgbClr val="353528"/>
        </a:fontRef>
        <a:srgbClr val="353528"/>
      </a:tcTxStyle>
      <a:tcStyle>
        <a:tcBdr>
          <a:left>
            <a:ln w="12700" cap="flat">
              <a:solidFill>
                <a:srgbClr val="B8A992"/>
              </a:solidFill>
              <a:prstDash val="solid"/>
              <a:miter lim="400000"/>
            </a:ln>
          </a:left>
          <a:right>
            <a:ln w="12700" cap="flat">
              <a:solidFill>
                <a:srgbClr val="353528"/>
              </a:solidFill>
              <a:prstDash val="solid"/>
              <a:miter lim="400000"/>
            </a:ln>
          </a:right>
          <a:top>
            <a:ln w="12700" cap="flat">
              <a:solidFill>
                <a:srgbClr val="B8A992"/>
              </a:solidFill>
              <a:prstDash val="solid"/>
              <a:miter lim="400000"/>
            </a:ln>
          </a:top>
          <a:bottom>
            <a:ln w="12700" cap="flat">
              <a:solidFill>
                <a:srgbClr val="B8A992"/>
              </a:solidFill>
              <a:prstDash val="solid"/>
              <a:miter lim="400000"/>
            </a:ln>
          </a:bottom>
          <a:insideH>
            <a:ln w="12700" cap="flat">
              <a:solidFill>
                <a:srgbClr val="B8A992"/>
              </a:solidFill>
              <a:prstDash val="solid"/>
              <a:miter lim="400000"/>
            </a:ln>
          </a:insideH>
          <a:insideV>
            <a:ln w="12700" cap="flat">
              <a:solidFill>
                <a:srgbClr val="B8A992"/>
              </a:solidFill>
              <a:prstDash val="solid"/>
              <a:miter lim="400000"/>
            </a:ln>
          </a:insideV>
        </a:tcBdr>
        <a:fill>
          <a:solidFill>
            <a:srgbClr val="DCCAAB"/>
          </a:solidFill>
        </a:fill>
      </a:tcStyle>
    </a:firstCol>
    <a:lastRow>
      <a:tcTxStyle b="off" i="off">
        <a:fontRef idx="minor">
          <a:srgbClr val="353528"/>
        </a:fontRef>
        <a:srgbClr val="353528"/>
      </a:tcTxStyle>
      <a:tcStyle>
        <a:tcBdr>
          <a:left>
            <a:ln w="12700" cap="flat">
              <a:solidFill>
                <a:srgbClr val="B8A992"/>
              </a:solidFill>
              <a:prstDash val="solid"/>
              <a:miter lim="400000"/>
            </a:ln>
          </a:left>
          <a:right>
            <a:ln w="12700" cap="flat">
              <a:solidFill>
                <a:srgbClr val="B8A992"/>
              </a:solidFill>
              <a:prstDash val="solid"/>
              <a:miter lim="400000"/>
            </a:ln>
          </a:right>
          <a:top>
            <a:ln w="25400" cap="flat">
              <a:solidFill>
                <a:srgbClr val="353528"/>
              </a:solidFill>
              <a:prstDash val="solid"/>
              <a:miter lim="400000"/>
            </a:ln>
          </a:top>
          <a:bottom>
            <a:ln w="12700" cap="flat">
              <a:solidFill>
                <a:srgbClr val="B8A992"/>
              </a:solidFill>
              <a:prstDash val="solid"/>
              <a:miter lim="400000"/>
            </a:ln>
          </a:bottom>
          <a:insideH>
            <a:ln w="12700" cap="flat">
              <a:solidFill>
                <a:srgbClr val="B8A992"/>
              </a:solidFill>
              <a:prstDash val="solid"/>
              <a:miter lim="400000"/>
            </a:ln>
          </a:insideH>
          <a:insideV>
            <a:ln w="12700" cap="flat">
              <a:solidFill>
                <a:srgbClr val="B8A992"/>
              </a:solidFill>
              <a:prstDash val="solid"/>
              <a:miter lim="400000"/>
            </a:ln>
          </a:insideV>
        </a:tcBdr>
        <a:fill>
          <a:solidFill>
            <a:srgbClr val="ECDEB5">
              <a:alpha val="64999"/>
            </a:srgbClr>
          </a:solidFill>
        </a:fill>
      </a:tcStyle>
    </a:lastRow>
    <a:firstRow>
      <a:tcTxStyle b="off" i="off">
        <a:fontRef idx="minor">
          <a:srgbClr val="353528"/>
        </a:fontRef>
        <a:srgbClr val="353528"/>
      </a:tcTxStyle>
      <a:tcStyle>
        <a:tcBdr>
          <a:left>
            <a:ln w="12700" cap="flat">
              <a:solidFill>
                <a:srgbClr val="B8A992"/>
              </a:solidFill>
              <a:prstDash val="solid"/>
              <a:miter lim="400000"/>
            </a:ln>
          </a:left>
          <a:right>
            <a:ln w="12700" cap="flat">
              <a:solidFill>
                <a:srgbClr val="B8A992"/>
              </a:solidFill>
              <a:prstDash val="solid"/>
              <a:miter lim="400000"/>
            </a:ln>
          </a:right>
          <a:top>
            <a:ln w="12700" cap="flat">
              <a:solidFill>
                <a:srgbClr val="B8A992"/>
              </a:solidFill>
              <a:prstDash val="solid"/>
              <a:miter lim="400000"/>
            </a:ln>
          </a:top>
          <a:bottom>
            <a:ln w="12700" cap="flat">
              <a:solidFill>
                <a:srgbClr val="353528"/>
              </a:solidFill>
              <a:prstDash val="solid"/>
              <a:miter lim="400000"/>
            </a:ln>
          </a:bottom>
          <a:insideH>
            <a:ln w="12700" cap="flat">
              <a:solidFill>
                <a:srgbClr val="B8A992"/>
              </a:solidFill>
              <a:prstDash val="solid"/>
              <a:miter lim="400000"/>
            </a:ln>
          </a:insideH>
          <a:insideV>
            <a:ln w="12700" cap="flat">
              <a:solidFill>
                <a:srgbClr val="B8A992"/>
              </a:solidFill>
              <a:prstDash val="solid"/>
              <a:miter lim="400000"/>
            </a:ln>
          </a:insideV>
        </a:tcBdr>
        <a:fill>
          <a:solidFill>
            <a:srgbClr val="DCCAAB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59411C"/>
        </a:fontRef>
        <a:srgbClr val="59411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6F6F6F"/>
              </a:solidFill>
              <a:prstDash val="solid"/>
              <a:miter lim="400000"/>
            </a:ln>
          </a:top>
          <a:bottom>
            <a:ln w="12700" cap="flat">
              <a:solidFill>
                <a:srgbClr val="6F6F6F"/>
              </a:solidFill>
              <a:prstDash val="solid"/>
              <a:miter lim="400000"/>
            </a:ln>
          </a:bottom>
          <a:insideH>
            <a:ln w="12700" cap="flat">
              <a:solidFill>
                <a:srgbClr val="6F6F6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BDFBA">
              <a:alpha val="64999"/>
            </a:srgbClr>
          </a:solidFill>
        </a:fill>
      </a:tcStyle>
    </a:wholeTbl>
    <a:band2H>
      <a:tcTxStyle b="def" i="def"/>
      <a:tcStyle>
        <a:tcBdr/>
        <a:fill>
          <a:solidFill>
            <a:srgbClr val="E3D3A5"/>
          </a:solidFill>
        </a:fill>
      </a:tcStyle>
    </a:band2H>
    <a:firstCol>
      <a:tcTxStyle b="off" i="off">
        <a:fontRef idx="minor">
          <a:srgbClr val="353528"/>
        </a:fontRef>
        <a:srgbClr val="353528"/>
      </a:tcTxStyle>
      <a:tcStyle>
        <a:tcBdr>
          <a:left>
            <a:ln w="12700" cap="flat">
              <a:solidFill>
                <a:srgbClr val="6F6F6F"/>
              </a:solidFill>
              <a:prstDash val="solid"/>
              <a:miter lim="400000"/>
            </a:ln>
          </a:left>
          <a:right>
            <a:ln w="12700" cap="flat">
              <a:solidFill>
                <a:srgbClr val="6F6F6F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5CEA8"/>
          </a:solidFill>
        </a:fill>
      </a:tcStyle>
    </a:firstCol>
    <a:lastRow>
      <a:tcTxStyle b="off" i="off">
        <a:fontRef idx="minor">
          <a:srgbClr val="353528"/>
        </a:fontRef>
        <a:srgbClr val="353528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0503C"/>
              </a:solidFill>
              <a:prstDash val="solid"/>
              <a:miter lim="400000"/>
            </a:ln>
          </a:top>
          <a:bottom>
            <a:ln w="12700" cap="flat">
              <a:solidFill>
                <a:srgbClr val="6F6F6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BDFBA">
              <a:alpha val="64999"/>
            </a:srgbClr>
          </a:solidFill>
        </a:fill>
      </a:tcStyle>
    </a:lastRow>
    <a:firstRow>
      <a:tcTxStyle b="off" i="off">
        <a:fontRef idx="minor">
          <a:srgbClr val="353528"/>
        </a:fontRef>
        <a:srgbClr val="353528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6F6F6F"/>
              </a:solidFill>
              <a:prstDash val="solid"/>
              <a:miter lim="400000"/>
            </a:ln>
          </a:top>
          <a:bottom>
            <a:ln w="12700" cap="flat">
              <a:solidFill>
                <a:srgbClr val="6F6F6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B2B78B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59411C"/>
        </a:fontRef>
        <a:srgbClr val="59411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8B8173"/>
              </a:solidFill>
              <a:prstDash val="solid"/>
              <a:miter lim="400000"/>
            </a:ln>
          </a:top>
          <a:bottom>
            <a:ln w="12700" cap="flat">
              <a:solidFill>
                <a:srgbClr val="8B8173"/>
              </a:solidFill>
              <a:prstDash val="solid"/>
              <a:miter lim="400000"/>
            </a:ln>
          </a:bottom>
          <a:insideH>
            <a:ln w="12700" cap="flat">
              <a:solidFill>
                <a:srgbClr val="8B8173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ECB9D"/>
          </a:solidFill>
        </a:fill>
      </a:tcStyle>
    </a:wholeTbl>
    <a:band2H>
      <a:tcTxStyle b="def" i="def"/>
      <a:tcStyle>
        <a:tcBdr/>
        <a:fill>
          <a:solidFill>
            <a:srgbClr val="D9C28E"/>
          </a:solidFill>
        </a:fill>
      </a:tcStyle>
    </a:band2H>
    <a:firstCol>
      <a:tcTxStyle b="off" i="off">
        <a:fontRef idx="minor">
          <a:srgbClr val="353528"/>
        </a:fontRef>
        <a:srgbClr val="353528"/>
      </a:tcTxStyle>
      <a:tcStyle>
        <a:tcBdr>
          <a:left>
            <a:ln w="12700" cap="flat">
              <a:solidFill>
                <a:srgbClr val="8B8173"/>
              </a:solidFill>
              <a:prstDash val="solid"/>
              <a:miter lim="400000"/>
            </a:ln>
          </a:left>
          <a:right>
            <a:ln w="12700" cap="flat">
              <a:solidFill>
                <a:srgbClr val="8B8173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ACB3A1"/>
          </a:solidFill>
        </a:fill>
      </a:tcStyle>
    </a:firstCol>
    <a:lastRow>
      <a:tcTxStyle b="off" i="off">
        <a:fontRef idx="minor">
          <a:srgbClr val="353528"/>
        </a:fontRef>
        <a:srgbClr val="353528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353528"/>
              </a:solidFill>
              <a:prstDash val="solid"/>
              <a:miter lim="400000"/>
            </a:ln>
          </a:top>
          <a:bottom>
            <a:ln w="12700" cap="flat">
              <a:solidFill>
                <a:srgbClr val="8B8173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ECB9D"/>
          </a:solidFill>
        </a:fill>
      </a:tcStyle>
    </a:lastRow>
    <a:firstRow>
      <a:tcTxStyle b="off" i="off">
        <a:fontRef idx="minor">
          <a:srgbClr val="353528"/>
        </a:fontRef>
        <a:srgbClr val="353528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86E5F"/>
              </a:solidFill>
              <a:prstDash val="solid"/>
              <a:miter lim="400000"/>
            </a:ln>
          </a:top>
          <a:bottom>
            <a:ln w="12700" cap="flat">
              <a:solidFill>
                <a:srgbClr val="8B8173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CAAA5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59411C"/>
        </a:fontRef>
        <a:srgbClr val="59411C"/>
      </a:tcTxStyle>
      <a:tcStyle>
        <a:tcBdr>
          <a:left>
            <a:ln w="12700" cap="flat">
              <a:solidFill>
                <a:srgbClr val="917359"/>
              </a:solidFill>
              <a:prstDash val="solid"/>
              <a:miter lim="400000"/>
            </a:ln>
          </a:left>
          <a:right>
            <a:ln w="12700" cap="flat">
              <a:solidFill>
                <a:srgbClr val="917359"/>
              </a:solidFill>
              <a:prstDash val="solid"/>
              <a:miter lim="400000"/>
            </a:ln>
          </a:right>
          <a:top>
            <a:ln w="12700" cap="flat">
              <a:solidFill>
                <a:srgbClr val="917359"/>
              </a:solidFill>
              <a:prstDash val="solid"/>
              <a:miter lim="400000"/>
            </a:ln>
          </a:top>
          <a:bottom>
            <a:ln w="12700" cap="flat">
              <a:solidFill>
                <a:srgbClr val="917359"/>
              </a:solidFill>
              <a:prstDash val="solid"/>
              <a:miter lim="400000"/>
            </a:ln>
          </a:bottom>
          <a:insideH>
            <a:ln w="12700" cap="flat">
              <a:solidFill>
                <a:srgbClr val="917359"/>
              </a:solidFill>
              <a:prstDash val="solid"/>
              <a:miter lim="400000"/>
            </a:ln>
          </a:insideH>
          <a:insideV>
            <a:ln w="12700" cap="flat">
              <a:solidFill>
                <a:srgbClr val="917359"/>
              </a:solidFill>
              <a:prstDash val="solid"/>
              <a:miter lim="400000"/>
            </a:ln>
          </a:insideV>
        </a:tcBdr>
        <a:fill>
          <a:solidFill>
            <a:srgbClr val="DECB9D"/>
          </a:solidFill>
        </a:fill>
      </a:tcStyle>
    </a:wholeTbl>
    <a:band2H>
      <a:tcTxStyle b="def" i="def"/>
      <a:tcStyle>
        <a:tcBdr/>
        <a:fill>
          <a:solidFill>
            <a:srgbClr val="D9C28E"/>
          </a:solidFill>
        </a:fill>
      </a:tcStyle>
    </a:band2H>
    <a:firstCol>
      <a:tcTxStyle b="off" i="off">
        <a:fontRef idx="minor">
          <a:srgbClr val="353528"/>
        </a:fontRef>
        <a:srgbClr val="353528"/>
      </a:tcTxStyle>
      <a:tcStyle>
        <a:tcBdr>
          <a:left>
            <a:ln w="12700" cap="flat">
              <a:solidFill>
                <a:srgbClr val="917359"/>
              </a:solidFill>
              <a:prstDash val="solid"/>
              <a:miter lim="400000"/>
            </a:ln>
          </a:left>
          <a:right>
            <a:ln w="12700" cap="flat">
              <a:solidFill>
                <a:srgbClr val="917359"/>
              </a:solidFill>
              <a:prstDash val="solid"/>
              <a:miter lim="400000"/>
            </a:ln>
          </a:right>
          <a:top>
            <a:ln w="12700" cap="flat">
              <a:solidFill>
                <a:srgbClr val="917359"/>
              </a:solidFill>
              <a:prstDash val="solid"/>
              <a:miter lim="400000"/>
            </a:ln>
          </a:top>
          <a:bottom>
            <a:ln w="12700" cap="flat">
              <a:solidFill>
                <a:srgbClr val="917359"/>
              </a:solidFill>
              <a:prstDash val="solid"/>
              <a:miter lim="400000"/>
            </a:ln>
          </a:bottom>
          <a:insideH>
            <a:ln w="12700" cap="flat">
              <a:solidFill>
                <a:srgbClr val="917359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BD7AF"/>
          </a:solidFill>
        </a:fill>
      </a:tcStyle>
    </a:firstCol>
    <a:lastRow>
      <a:tcTxStyle b="off" i="off">
        <a:fontRef idx="minor">
          <a:srgbClr val="353528"/>
        </a:fontRef>
        <a:srgbClr val="353528"/>
      </a:tcTxStyle>
      <a:tcStyle>
        <a:tcBdr>
          <a:left>
            <a:ln w="12700" cap="flat">
              <a:solidFill>
                <a:srgbClr val="917359"/>
              </a:solidFill>
              <a:prstDash val="solid"/>
              <a:miter lim="400000"/>
            </a:ln>
          </a:left>
          <a:right>
            <a:ln w="12700" cap="flat">
              <a:solidFill>
                <a:srgbClr val="917359"/>
              </a:solidFill>
              <a:prstDash val="solid"/>
              <a:miter lim="400000"/>
            </a:ln>
          </a:right>
          <a:top>
            <a:ln w="12700" cap="flat">
              <a:solidFill>
                <a:srgbClr val="917359"/>
              </a:solidFill>
              <a:prstDash val="solid"/>
              <a:miter lim="400000"/>
            </a:ln>
          </a:top>
          <a:bottom>
            <a:ln w="12700" cap="flat">
              <a:solidFill>
                <a:srgbClr val="917359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917359"/>
              </a:solidFill>
              <a:prstDash val="solid"/>
              <a:miter lim="400000"/>
            </a:ln>
          </a:insideV>
        </a:tcBdr>
        <a:fill>
          <a:solidFill>
            <a:srgbClr val="B48F6B"/>
          </a:solidFill>
        </a:fill>
      </a:tcStyle>
    </a:lastRow>
    <a:firstRow>
      <a:tcTxStyle b="off" i="off">
        <a:fontRef idx="minor">
          <a:srgbClr val="353528"/>
        </a:fontRef>
        <a:srgbClr val="353528"/>
      </a:tcTxStyle>
      <a:tcStyle>
        <a:tcBdr>
          <a:left>
            <a:ln w="12700" cap="flat">
              <a:solidFill>
                <a:srgbClr val="917359"/>
              </a:solidFill>
              <a:prstDash val="solid"/>
              <a:miter lim="400000"/>
            </a:ln>
          </a:left>
          <a:right>
            <a:ln w="12700" cap="flat">
              <a:solidFill>
                <a:srgbClr val="917359"/>
              </a:solidFill>
              <a:prstDash val="solid"/>
              <a:miter lim="400000"/>
            </a:ln>
          </a:right>
          <a:top>
            <a:ln w="12700" cap="flat">
              <a:solidFill>
                <a:srgbClr val="917359"/>
              </a:solidFill>
              <a:prstDash val="solid"/>
              <a:miter lim="400000"/>
            </a:ln>
          </a:top>
          <a:bottom>
            <a:ln w="12700" cap="flat">
              <a:solidFill>
                <a:srgbClr val="917359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917359"/>
              </a:solidFill>
              <a:prstDash val="solid"/>
              <a:miter lim="400000"/>
            </a:ln>
          </a:insideV>
        </a:tcBdr>
        <a:fill>
          <a:solidFill>
            <a:srgbClr val="B48F6B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5D5D5D"/>
        </a:fontRef>
        <a:srgbClr val="5D5D5D"/>
      </a:tcTxStyle>
      <a:tcStyle>
        <a:tcBdr>
          <a:left>
            <a:ln w="12700" cap="flat">
              <a:solidFill>
                <a:srgbClr val="828282"/>
              </a:solidFill>
              <a:prstDash val="solid"/>
              <a:miter lim="400000"/>
            </a:ln>
          </a:left>
          <a:right>
            <a:ln w="12700" cap="flat">
              <a:solidFill>
                <a:srgbClr val="828282"/>
              </a:solidFill>
              <a:prstDash val="solid"/>
              <a:miter lim="400000"/>
            </a:ln>
          </a:right>
          <a:top>
            <a:ln w="12700" cap="flat">
              <a:solidFill>
                <a:srgbClr val="828282"/>
              </a:solidFill>
              <a:prstDash val="solid"/>
              <a:miter lim="400000"/>
            </a:ln>
          </a:top>
          <a:bottom>
            <a:ln w="12700" cap="flat">
              <a:solidFill>
                <a:srgbClr val="828282"/>
              </a:solidFill>
              <a:prstDash val="solid"/>
              <a:miter lim="400000"/>
            </a:ln>
          </a:bottom>
          <a:insideH>
            <a:ln w="12700" cap="flat">
              <a:solidFill>
                <a:srgbClr val="828282"/>
              </a:solidFill>
              <a:prstDash val="solid"/>
              <a:miter lim="400000"/>
            </a:ln>
          </a:insideH>
          <a:insideV>
            <a:ln w="12700" cap="flat">
              <a:solidFill>
                <a:srgbClr val="828282"/>
              </a:solidFill>
              <a:prstDash val="solid"/>
              <a:miter lim="400000"/>
            </a:ln>
          </a:insideV>
        </a:tcBdr>
        <a:fill>
          <a:solidFill>
            <a:srgbClr val="ECDEB5"/>
          </a:solidFill>
        </a:fill>
      </a:tcStyle>
    </a:wholeTbl>
    <a:band2H>
      <a:tcTxStyle b="def" i="def"/>
      <a:tcStyle>
        <a:tcBdr/>
        <a:fill>
          <a:solidFill>
            <a:srgbClr val="DED4B6"/>
          </a:solidFill>
        </a:fill>
      </a:tcStyle>
    </a:band2H>
    <a:firstCol>
      <a:tcTxStyle b="off" i="off">
        <a:fontRef idx="minor">
          <a:srgbClr val="353528"/>
        </a:fontRef>
        <a:srgbClr val="353528"/>
      </a:tcTxStyle>
      <a:tcStyle>
        <a:tcBdr>
          <a:left>
            <a:ln w="12700" cap="flat">
              <a:solidFill>
                <a:srgbClr val="828282"/>
              </a:solidFill>
              <a:prstDash val="solid"/>
              <a:miter lim="400000"/>
            </a:ln>
          </a:left>
          <a:right>
            <a:ln w="12700" cap="flat">
              <a:solidFill>
                <a:srgbClr val="828282"/>
              </a:solidFill>
              <a:prstDash val="solid"/>
              <a:miter lim="400000"/>
            </a:ln>
          </a:right>
          <a:top>
            <a:ln w="12700" cap="flat">
              <a:solidFill>
                <a:srgbClr val="828282"/>
              </a:solidFill>
              <a:prstDash val="solid"/>
              <a:miter lim="400000"/>
            </a:ln>
          </a:top>
          <a:bottom>
            <a:ln w="12700" cap="flat">
              <a:solidFill>
                <a:srgbClr val="828282"/>
              </a:solidFill>
              <a:prstDash val="solid"/>
              <a:miter lim="400000"/>
            </a:ln>
          </a:bottom>
          <a:insideH>
            <a:ln w="12700" cap="flat">
              <a:solidFill>
                <a:srgbClr val="82828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7CDBE"/>
          </a:solidFill>
        </a:fill>
      </a:tcStyle>
    </a:firstCol>
    <a:lastRow>
      <a:tcTxStyle b="off" i="off">
        <a:fontRef idx="minor">
          <a:srgbClr val="353528"/>
        </a:fontRef>
        <a:srgbClr val="353528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828282"/>
              </a:solidFill>
              <a:prstDash val="solid"/>
              <a:miter lim="400000"/>
            </a:ln>
          </a:top>
          <a:bottom>
            <a:ln w="12700" cap="flat">
              <a:solidFill>
                <a:srgbClr val="828282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B9B4A5"/>
          </a:solidFill>
        </a:fill>
      </a:tcStyle>
    </a:lastRow>
    <a:firstRow>
      <a:tcTxStyle b="off" i="off">
        <a:fontRef idx="minor">
          <a:srgbClr val="353528"/>
        </a:fontRef>
        <a:srgbClr val="353528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828282"/>
              </a:solidFill>
              <a:prstDash val="solid"/>
              <a:miter lim="400000"/>
            </a:ln>
          </a:top>
          <a:bottom>
            <a:ln w="12700" cap="flat">
              <a:solidFill>
                <a:srgbClr val="828282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B9B4A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5D5D5D"/>
        </a:fontRef>
        <a:srgbClr val="5D5D5D"/>
      </a:tcTxStyle>
      <a:tcStyle>
        <a:tcBdr>
          <a:left>
            <a:ln w="12700" cap="flat">
              <a:solidFill>
                <a:srgbClr val="83867F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83867F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83867F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83867F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83867F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83867F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>
              <a:alpha val="20000"/>
            </a:srgbClr>
          </a:solidFill>
        </a:fill>
      </a:tcStyle>
    </a:band2H>
    <a:firstCol>
      <a:tcTxStyle b="off" i="off">
        <a:fontRef idx="minor">
          <a:srgbClr val="353528"/>
        </a:fontRef>
        <a:srgbClr val="353528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3E231A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353528"/>
        </a:fontRef>
        <a:srgbClr val="353528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3E231A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353528"/>
        </a:fontRef>
        <a:srgbClr val="353528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3E231A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" name="Shape 13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大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大標題文字"/>
          <p:cNvSpPr txBox="1"/>
          <p:nvPr>
            <p:ph type="title"/>
          </p:nvPr>
        </p:nvSpPr>
        <p:spPr>
          <a:xfrm>
            <a:off x="2070100" y="2070100"/>
            <a:ext cx="20243800" cy="5003800"/>
          </a:xfrm>
          <a:prstGeom prst="rect">
            <a:avLst/>
          </a:prstGeom>
        </p:spPr>
        <p:txBody>
          <a:bodyPr anchor="b"/>
          <a:lstStyle/>
          <a:p>
            <a:pPr/>
            <a:r>
              <a:t>大標題文字</a:t>
            </a:r>
          </a:p>
        </p:txBody>
      </p:sp>
      <p:sp>
        <p:nvSpPr>
          <p:cNvPr id="12" name="內文層級一…"/>
          <p:cNvSpPr txBox="1"/>
          <p:nvPr>
            <p:ph type="body" sz="quarter" idx="1"/>
          </p:nvPr>
        </p:nvSpPr>
        <p:spPr>
          <a:xfrm>
            <a:off x="2070100" y="7061200"/>
            <a:ext cx="20243800" cy="31496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3600">
                <a:latin typeface="Zapfino"/>
                <a:ea typeface="Zapfino"/>
                <a:cs typeface="Zapfino"/>
                <a:sym typeface="Zapfino"/>
              </a:defRPr>
            </a:lvl1pPr>
            <a:lvl2pPr marL="0" indent="0" algn="ctr">
              <a:spcBef>
                <a:spcPts val="0"/>
              </a:spcBef>
              <a:buClrTx/>
              <a:buSzTx/>
              <a:buNone/>
              <a:defRPr sz="3600">
                <a:latin typeface="Zapfino"/>
                <a:ea typeface="Zapfino"/>
                <a:cs typeface="Zapfino"/>
                <a:sym typeface="Zapfino"/>
              </a:defRPr>
            </a:lvl2pPr>
            <a:lvl3pPr marL="0" indent="0" algn="ctr">
              <a:spcBef>
                <a:spcPts val="0"/>
              </a:spcBef>
              <a:buClrTx/>
              <a:buSzTx/>
              <a:buNone/>
              <a:defRPr sz="3600">
                <a:latin typeface="Zapfino"/>
                <a:ea typeface="Zapfino"/>
                <a:cs typeface="Zapfino"/>
                <a:sym typeface="Zapfino"/>
              </a:defRPr>
            </a:lvl3pPr>
            <a:lvl4pPr marL="0" indent="0" algn="ctr">
              <a:spcBef>
                <a:spcPts val="0"/>
              </a:spcBef>
              <a:buClrTx/>
              <a:buSzTx/>
              <a:buNone/>
              <a:defRPr sz="3600">
                <a:latin typeface="Zapfino"/>
                <a:ea typeface="Zapfino"/>
                <a:cs typeface="Zapfino"/>
                <a:sym typeface="Zapfino"/>
              </a:defRPr>
            </a:lvl4pPr>
            <a:lvl5pPr marL="0" indent="0" algn="ctr">
              <a:spcBef>
                <a:spcPts val="0"/>
              </a:spcBef>
              <a:buClrTx/>
              <a:buSzTx/>
              <a:buNone/>
              <a:defRPr sz="3600">
                <a:latin typeface="Zapfino"/>
                <a:ea typeface="Zapfino"/>
                <a:cs typeface="Zapfino"/>
                <a:sym typeface="Zapfino"/>
              </a:defRPr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13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水平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一碗燉飯中木勺"/>
          <p:cNvSpPr/>
          <p:nvPr>
            <p:ph type="pic" idx="21"/>
          </p:nvPr>
        </p:nvSpPr>
        <p:spPr>
          <a:xfrm>
            <a:off x="2559736" y="-1609527"/>
            <a:ext cx="18834099" cy="12556076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大標題文字"/>
          <p:cNvSpPr txBox="1"/>
          <p:nvPr>
            <p:ph type="title"/>
          </p:nvPr>
        </p:nvSpPr>
        <p:spPr>
          <a:xfrm>
            <a:off x="2070100" y="8788400"/>
            <a:ext cx="20243800" cy="1968500"/>
          </a:xfrm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22" name="內文層級一…"/>
          <p:cNvSpPr txBox="1"/>
          <p:nvPr>
            <p:ph type="body" sz="quarter" idx="1"/>
          </p:nvPr>
        </p:nvSpPr>
        <p:spPr>
          <a:xfrm>
            <a:off x="2070100" y="10744200"/>
            <a:ext cx="20243800" cy="1968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3600">
                <a:latin typeface="Zapfino"/>
                <a:ea typeface="Zapfino"/>
                <a:cs typeface="Zapfino"/>
                <a:sym typeface="Zapfino"/>
              </a:defRPr>
            </a:lvl1pPr>
            <a:lvl2pPr marL="0" indent="0" algn="ctr">
              <a:spcBef>
                <a:spcPts val="0"/>
              </a:spcBef>
              <a:buClrTx/>
              <a:buSzTx/>
              <a:buNone/>
              <a:defRPr sz="3600">
                <a:latin typeface="Zapfino"/>
                <a:ea typeface="Zapfino"/>
                <a:cs typeface="Zapfino"/>
                <a:sym typeface="Zapfino"/>
              </a:defRPr>
            </a:lvl2pPr>
            <a:lvl3pPr marL="0" indent="0" algn="ctr">
              <a:spcBef>
                <a:spcPts val="0"/>
              </a:spcBef>
              <a:buClrTx/>
              <a:buSzTx/>
              <a:buNone/>
              <a:defRPr sz="3600">
                <a:latin typeface="Zapfino"/>
                <a:ea typeface="Zapfino"/>
                <a:cs typeface="Zapfino"/>
                <a:sym typeface="Zapfino"/>
              </a:defRPr>
            </a:lvl3pPr>
            <a:lvl4pPr marL="0" indent="0" algn="ctr">
              <a:spcBef>
                <a:spcPts val="0"/>
              </a:spcBef>
              <a:buClrTx/>
              <a:buSzTx/>
              <a:buNone/>
              <a:defRPr sz="3600">
                <a:latin typeface="Zapfino"/>
                <a:ea typeface="Zapfino"/>
                <a:cs typeface="Zapfino"/>
                <a:sym typeface="Zapfino"/>
              </a:defRPr>
            </a:lvl4pPr>
            <a:lvl5pPr marL="0" indent="0" algn="ctr">
              <a:spcBef>
                <a:spcPts val="0"/>
              </a:spcBef>
              <a:buClrTx/>
              <a:buSzTx/>
              <a:buNone/>
              <a:defRPr sz="3600">
                <a:latin typeface="Zapfino"/>
                <a:ea typeface="Zapfino"/>
                <a:cs typeface="Zapfino"/>
                <a:sym typeface="Zapfino"/>
              </a:defRPr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23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大標題 - 中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大標題文字"/>
          <p:cNvSpPr txBox="1"/>
          <p:nvPr>
            <p:ph type="title"/>
          </p:nvPr>
        </p:nvSpPr>
        <p:spPr>
          <a:xfrm>
            <a:off x="2070100" y="4356100"/>
            <a:ext cx="20243800" cy="5003800"/>
          </a:xfrm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31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直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一碗燉飯中木勺的特寫"/>
          <p:cNvSpPr/>
          <p:nvPr>
            <p:ph type="pic" idx="21"/>
          </p:nvPr>
        </p:nvSpPr>
        <p:spPr>
          <a:xfrm>
            <a:off x="8592578" y="822007"/>
            <a:ext cx="18666243" cy="12444154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大標題文字"/>
          <p:cNvSpPr txBox="1"/>
          <p:nvPr>
            <p:ph type="title"/>
          </p:nvPr>
        </p:nvSpPr>
        <p:spPr>
          <a:xfrm>
            <a:off x="1778000" y="1104900"/>
            <a:ext cx="10223500" cy="5359400"/>
          </a:xfrm>
          <a:prstGeom prst="rect">
            <a:avLst/>
          </a:prstGeom>
        </p:spPr>
        <p:txBody>
          <a:bodyPr anchor="b"/>
          <a:lstStyle/>
          <a:p>
            <a:pPr/>
            <a:r>
              <a:t>大標題文字</a:t>
            </a:r>
          </a:p>
        </p:txBody>
      </p:sp>
      <p:sp>
        <p:nvSpPr>
          <p:cNvPr id="40" name="內文層級一…"/>
          <p:cNvSpPr txBox="1"/>
          <p:nvPr>
            <p:ph type="body" sz="quarter" idx="1"/>
          </p:nvPr>
        </p:nvSpPr>
        <p:spPr>
          <a:xfrm>
            <a:off x="1778000" y="6731000"/>
            <a:ext cx="10223500" cy="53594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3600">
                <a:latin typeface="Zapfino"/>
                <a:ea typeface="Zapfino"/>
                <a:cs typeface="Zapfino"/>
                <a:sym typeface="Zapfino"/>
              </a:defRPr>
            </a:lvl1pPr>
            <a:lvl2pPr marL="0" indent="0" algn="ctr">
              <a:spcBef>
                <a:spcPts val="0"/>
              </a:spcBef>
              <a:buClrTx/>
              <a:buSzTx/>
              <a:buNone/>
              <a:defRPr sz="3600">
                <a:latin typeface="Zapfino"/>
                <a:ea typeface="Zapfino"/>
                <a:cs typeface="Zapfino"/>
                <a:sym typeface="Zapfino"/>
              </a:defRPr>
            </a:lvl2pPr>
            <a:lvl3pPr marL="0" indent="0" algn="ctr">
              <a:spcBef>
                <a:spcPts val="0"/>
              </a:spcBef>
              <a:buClrTx/>
              <a:buSzTx/>
              <a:buNone/>
              <a:defRPr sz="3600">
                <a:latin typeface="Zapfino"/>
                <a:ea typeface="Zapfino"/>
                <a:cs typeface="Zapfino"/>
                <a:sym typeface="Zapfino"/>
              </a:defRPr>
            </a:lvl3pPr>
            <a:lvl4pPr marL="0" indent="0" algn="ctr">
              <a:spcBef>
                <a:spcPts val="0"/>
              </a:spcBef>
              <a:buClrTx/>
              <a:buSzTx/>
              <a:buNone/>
              <a:defRPr sz="3600">
                <a:latin typeface="Zapfino"/>
                <a:ea typeface="Zapfino"/>
                <a:cs typeface="Zapfino"/>
                <a:sym typeface="Zapfino"/>
              </a:defRPr>
            </a:lvl4pPr>
            <a:lvl5pPr marL="0" indent="0" algn="ctr">
              <a:spcBef>
                <a:spcPts val="0"/>
              </a:spcBef>
              <a:buClrTx/>
              <a:buSzTx/>
              <a:buNone/>
              <a:defRPr sz="3600">
                <a:latin typeface="Zapfino"/>
                <a:ea typeface="Zapfino"/>
                <a:cs typeface="Zapfino"/>
                <a:sym typeface="Zapfino"/>
              </a:defRPr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41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大標題 - 上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大標題文字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49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大標題與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大標題文字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57" name="內文層級一…"/>
          <p:cNvSpPr txBox="1"/>
          <p:nvPr>
            <p:ph type="body" idx="1"/>
          </p:nvPr>
        </p:nvSpPr>
        <p:spPr>
          <a:xfrm>
            <a:off x="2070100" y="4254500"/>
            <a:ext cx="20243800" cy="8039100"/>
          </a:xfrm>
          <a:prstGeom prst="rect">
            <a:avLst/>
          </a:prstGeom>
        </p:spPr>
        <p:txBody>
          <a:bodyPr/>
          <a:lstStyle>
            <a:lvl1pPr>
              <a:buBlip>
                <a:blip r:embed="rId2"/>
              </a:buBlip>
            </a:lvl1pPr>
            <a:lvl2pPr>
              <a:buBlip>
                <a:blip r:embed="rId2"/>
              </a:buBlip>
            </a:lvl2pPr>
            <a:lvl3pPr>
              <a:buBlip>
                <a:blip r:embed="rId2"/>
              </a:buBlip>
            </a:lvl3pPr>
            <a:lvl4pPr>
              <a:buBlip>
                <a:blip r:embed="rId2"/>
              </a:buBlip>
            </a:lvl4pPr>
            <a:lvl5pPr>
              <a:buBlip>
                <a:blip r:embed="rId2"/>
              </a:buBlip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58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大標題、項目符號與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白碗中青醬意大利麵的特寫"/>
          <p:cNvSpPr/>
          <p:nvPr>
            <p:ph type="pic" idx="21"/>
          </p:nvPr>
        </p:nvSpPr>
        <p:spPr>
          <a:xfrm>
            <a:off x="12934950" y="2257124"/>
            <a:ext cx="9525000" cy="1431758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大標題文字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67" name="內文層級一…"/>
          <p:cNvSpPr txBox="1"/>
          <p:nvPr>
            <p:ph type="body" sz="half" idx="1"/>
          </p:nvPr>
        </p:nvSpPr>
        <p:spPr>
          <a:xfrm>
            <a:off x="2070100" y="4254500"/>
            <a:ext cx="10007600" cy="8039100"/>
          </a:xfrm>
          <a:prstGeom prst="rect">
            <a:avLst/>
          </a:prstGeom>
        </p:spPr>
        <p:txBody>
          <a:bodyPr/>
          <a:lstStyle>
            <a:lvl1pPr>
              <a:spcBef>
                <a:spcPts val="3900"/>
              </a:spcBef>
              <a:buBlip>
                <a:blip r:embed="rId2"/>
              </a:buBlip>
            </a:lvl1pPr>
            <a:lvl2pPr>
              <a:spcBef>
                <a:spcPts val="3900"/>
              </a:spcBef>
              <a:buBlip>
                <a:blip r:embed="rId2"/>
              </a:buBlip>
            </a:lvl2pPr>
            <a:lvl3pPr>
              <a:spcBef>
                <a:spcPts val="3900"/>
              </a:spcBef>
              <a:buBlip>
                <a:blip r:embed="rId2"/>
              </a:buBlip>
            </a:lvl3pPr>
            <a:lvl4pPr>
              <a:spcBef>
                <a:spcPts val="3900"/>
              </a:spcBef>
              <a:buBlip>
                <a:blip r:embed="rId2"/>
              </a:buBlip>
            </a:lvl4pPr>
            <a:lvl5pPr>
              <a:spcBef>
                <a:spcPts val="3900"/>
              </a:spcBef>
              <a:buBlip>
                <a:blip r:embed="rId2"/>
              </a:buBlip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68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大標題、項目符號與小型即時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大標題文字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76" name="內文層級一…"/>
          <p:cNvSpPr txBox="1"/>
          <p:nvPr>
            <p:ph type="body" sz="half" idx="1"/>
          </p:nvPr>
        </p:nvSpPr>
        <p:spPr>
          <a:xfrm>
            <a:off x="2070100" y="4254500"/>
            <a:ext cx="10007600" cy="8039100"/>
          </a:xfrm>
          <a:prstGeom prst="rect">
            <a:avLst/>
          </a:prstGeom>
        </p:spPr>
        <p:txBody>
          <a:bodyPr/>
          <a:lstStyle>
            <a:lvl1pPr>
              <a:spcBef>
                <a:spcPts val="3900"/>
              </a:spcBef>
              <a:buBlip>
                <a:blip r:embed="rId2"/>
              </a:buBlip>
            </a:lvl1pPr>
            <a:lvl2pPr>
              <a:spcBef>
                <a:spcPts val="3900"/>
              </a:spcBef>
              <a:buBlip>
                <a:blip r:embed="rId2"/>
              </a:buBlip>
            </a:lvl2pPr>
            <a:lvl3pPr>
              <a:spcBef>
                <a:spcPts val="3900"/>
              </a:spcBef>
              <a:buBlip>
                <a:blip r:embed="rId2"/>
              </a:buBlip>
            </a:lvl3pPr>
            <a:lvl4pPr>
              <a:spcBef>
                <a:spcPts val="3900"/>
              </a:spcBef>
              <a:buBlip>
                <a:blip r:embed="rId2"/>
              </a:buBlip>
            </a:lvl4pPr>
            <a:lvl5pPr>
              <a:spcBef>
                <a:spcPts val="3900"/>
              </a:spcBef>
              <a:buBlip>
                <a:blip r:embed="rId2"/>
              </a:buBlip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77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大標題、項目符號與大型即時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大標題文字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85" name="內文層級一…"/>
          <p:cNvSpPr txBox="1"/>
          <p:nvPr>
            <p:ph type="body" sz="half" idx="1"/>
          </p:nvPr>
        </p:nvSpPr>
        <p:spPr>
          <a:xfrm>
            <a:off x="2070100" y="4254500"/>
            <a:ext cx="10007600" cy="8039100"/>
          </a:xfrm>
          <a:prstGeom prst="rect">
            <a:avLst/>
          </a:prstGeom>
        </p:spPr>
        <p:txBody>
          <a:bodyPr/>
          <a:lstStyle>
            <a:lvl1pPr>
              <a:spcBef>
                <a:spcPts val="3900"/>
              </a:spcBef>
              <a:buBlip>
                <a:blip r:embed="rId2"/>
              </a:buBlip>
            </a:lvl1pPr>
            <a:lvl2pPr>
              <a:spcBef>
                <a:spcPts val="3900"/>
              </a:spcBef>
              <a:buBlip>
                <a:blip r:embed="rId2"/>
              </a:buBlip>
            </a:lvl2pPr>
            <a:lvl3pPr>
              <a:spcBef>
                <a:spcPts val="3900"/>
              </a:spcBef>
              <a:buBlip>
                <a:blip r:embed="rId2"/>
              </a:buBlip>
            </a:lvl3pPr>
            <a:lvl4pPr>
              <a:spcBef>
                <a:spcPts val="3900"/>
              </a:spcBef>
              <a:buBlip>
                <a:blip r:embed="rId2"/>
              </a:buBlip>
            </a:lvl4pPr>
            <a:lvl5pPr>
              <a:spcBef>
                <a:spcPts val="3900"/>
              </a:spcBef>
              <a:buBlip>
                <a:blip r:embed="rId2"/>
              </a:buBlip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86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內文層級一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Blip>
                <a:blip r:embed="rId2"/>
              </a:buBlip>
            </a:lvl1pPr>
            <a:lvl2pPr>
              <a:buBlip>
                <a:blip r:embed="rId2"/>
              </a:buBlip>
            </a:lvl2pPr>
            <a:lvl3pPr>
              <a:buBlip>
                <a:blip r:embed="rId2"/>
              </a:buBlip>
            </a:lvl3pPr>
            <a:lvl4pPr>
              <a:buBlip>
                <a:blip r:embed="rId2"/>
              </a:buBlip>
            </a:lvl4pPr>
            <a:lvl5pPr>
              <a:buBlip>
                <a:blip r:embed="rId2"/>
              </a:buBlip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94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一頁三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白盤子上一堆上面放滿焦糖化洋蔥的餛飩"/>
          <p:cNvSpPr/>
          <p:nvPr>
            <p:ph type="pic" sz="half" idx="21"/>
          </p:nvPr>
        </p:nvSpPr>
        <p:spPr>
          <a:xfrm>
            <a:off x="13652500" y="4610100"/>
            <a:ext cx="9525000" cy="10371667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2" name="一碗燉飯中木勺"/>
          <p:cNvSpPr/>
          <p:nvPr>
            <p:ph type="pic" sz="half" idx="22"/>
          </p:nvPr>
        </p:nvSpPr>
        <p:spPr>
          <a:xfrm>
            <a:off x="13030200" y="630755"/>
            <a:ext cx="10820400" cy="7213601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白碗中青醬意大利麵的特寫"/>
          <p:cNvSpPr/>
          <p:nvPr>
            <p:ph type="pic" idx="23"/>
          </p:nvPr>
        </p:nvSpPr>
        <p:spPr>
          <a:xfrm>
            <a:off x="1206500" y="-1955800"/>
            <a:ext cx="12065000" cy="181356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4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名言語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王大明"/>
          <p:cNvSpPr txBox="1"/>
          <p:nvPr>
            <p:ph type="body" sz="quarter" idx="21"/>
          </p:nvPr>
        </p:nvSpPr>
        <p:spPr>
          <a:xfrm>
            <a:off x="2387600" y="8953500"/>
            <a:ext cx="19621500" cy="8509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sz="4200"/>
            </a:lvl1pPr>
          </a:lstStyle>
          <a:p>
            <a:pPr/>
            <a:r>
              <a:t>–王大明</a:t>
            </a:r>
          </a:p>
        </p:txBody>
      </p:sp>
      <p:sp>
        <p:nvSpPr>
          <p:cNvPr id="112" name="「在此輸入名言語錄。」"/>
          <p:cNvSpPr txBox="1"/>
          <p:nvPr>
            <p:ph type="body" sz="quarter" idx="22"/>
          </p:nvPr>
        </p:nvSpPr>
        <p:spPr>
          <a:xfrm>
            <a:off x="2387600" y="5919192"/>
            <a:ext cx="19621500" cy="11303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3400"/>
              </a:spcBef>
              <a:buClrTx/>
              <a:buSzTx/>
              <a:buNone/>
              <a:defRPr sz="5800"/>
            </a:lvl1pPr>
          </a:lstStyle>
          <a:p>
            <a:pPr/>
            <a:r>
              <a:t>「在此輸入名言語錄。」</a:t>
            </a:r>
          </a:p>
        </p:txBody>
      </p:sp>
      <p:sp>
        <p:nvSpPr>
          <p:cNvPr id="113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一碗燉飯中木勺"/>
          <p:cNvSpPr/>
          <p:nvPr>
            <p:ph type="pic" idx="21"/>
          </p:nvPr>
        </p:nvSpPr>
        <p:spPr>
          <a:xfrm>
            <a:off x="-401356" y="-466091"/>
            <a:ext cx="24858146" cy="16572100"/>
          </a:xfrm>
          <a:prstGeom prst="rect">
            <a:avLst/>
          </a:prstGeom>
          <a:ln w="25400"/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21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文層級一…"/>
          <p:cNvSpPr txBox="1"/>
          <p:nvPr>
            <p:ph type="body" idx="1"/>
          </p:nvPr>
        </p:nvSpPr>
        <p:spPr>
          <a:xfrm>
            <a:off x="2070100" y="1320800"/>
            <a:ext cx="20243800" cy="1107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>
              <a:buBlip>
                <a:blip r:embed="rId3"/>
              </a:buBlip>
            </a:lvl1pPr>
            <a:lvl2pPr>
              <a:buBlip>
                <a:blip r:embed="rId3"/>
              </a:buBlip>
            </a:lvl2pPr>
            <a:lvl3pPr>
              <a:buBlip>
                <a:blip r:embed="rId3"/>
              </a:buBlip>
            </a:lvl3pPr>
            <a:lvl4pPr>
              <a:buBlip>
                <a:blip r:embed="rId3"/>
              </a:buBlip>
            </a:lvl4pPr>
            <a:lvl5pPr>
              <a:buBlip>
                <a:blip r:embed="rId3"/>
              </a:buBlip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3" name="大標題文字"/>
          <p:cNvSpPr txBox="1"/>
          <p:nvPr>
            <p:ph type="title"/>
          </p:nvPr>
        </p:nvSpPr>
        <p:spPr>
          <a:xfrm>
            <a:off x="2070100" y="800100"/>
            <a:ext cx="20243800" cy="3327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大標題文字</a:t>
            </a:r>
          </a:p>
        </p:txBody>
      </p:sp>
      <p:sp>
        <p:nvSpPr>
          <p:cNvPr id="4" name="幻燈片編號"/>
          <p:cNvSpPr txBox="1"/>
          <p:nvPr>
            <p:ph type="sldNum" sz="quarter" idx="2"/>
          </p:nvPr>
        </p:nvSpPr>
        <p:spPr>
          <a:xfrm>
            <a:off x="11955253" y="13228625"/>
            <a:ext cx="453238" cy="48737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>
              <a:spcBef>
                <a:spcPts val="0"/>
              </a:spcBef>
              <a:defRPr b="1" sz="2400">
                <a:solidFill>
                  <a:srgbClr val="51573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9A7865"/>
        </a:buClr>
        <a:buSzTx/>
        <a:buFontTx/>
        <a:buNone/>
        <a:tabLst/>
        <a:defRPr b="0" baseline="0" cap="none" i="0" spc="0" strike="noStrike" sz="10600" u="none">
          <a:solidFill>
            <a:srgbClr val="85604A"/>
          </a:solidFill>
          <a:uFillTx/>
          <a:latin typeface="+mn-lt"/>
          <a:ea typeface="+mn-ea"/>
          <a:cs typeface="+mn-cs"/>
          <a:sym typeface="Didot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9A7865"/>
        </a:buClr>
        <a:buSzTx/>
        <a:buFontTx/>
        <a:buNone/>
        <a:tabLst/>
        <a:defRPr b="0" baseline="0" cap="none" i="0" spc="0" strike="noStrike" sz="10600" u="none">
          <a:solidFill>
            <a:srgbClr val="85604A"/>
          </a:solidFill>
          <a:uFillTx/>
          <a:latin typeface="+mn-lt"/>
          <a:ea typeface="+mn-ea"/>
          <a:cs typeface="+mn-cs"/>
          <a:sym typeface="Didot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9A7865"/>
        </a:buClr>
        <a:buSzTx/>
        <a:buFontTx/>
        <a:buNone/>
        <a:tabLst/>
        <a:defRPr b="0" baseline="0" cap="none" i="0" spc="0" strike="noStrike" sz="10600" u="none">
          <a:solidFill>
            <a:srgbClr val="85604A"/>
          </a:solidFill>
          <a:uFillTx/>
          <a:latin typeface="+mn-lt"/>
          <a:ea typeface="+mn-ea"/>
          <a:cs typeface="+mn-cs"/>
          <a:sym typeface="Didot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9A7865"/>
        </a:buClr>
        <a:buSzTx/>
        <a:buFontTx/>
        <a:buNone/>
        <a:tabLst/>
        <a:defRPr b="0" baseline="0" cap="none" i="0" spc="0" strike="noStrike" sz="10600" u="none">
          <a:solidFill>
            <a:srgbClr val="85604A"/>
          </a:solidFill>
          <a:uFillTx/>
          <a:latin typeface="+mn-lt"/>
          <a:ea typeface="+mn-ea"/>
          <a:cs typeface="+mn-cs"/>
          <a:sym typeface="Didot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9A7865"/>
        </a:buClr>
        <a:buSzTx/>
        <a:buFontTx/>
        <a:buNone/>
        <a:tabLst/>
        <a:defRPr b="0" baseline="0" cap="none" i="0" spc="0" strike="noStrike" sz="10600" u="none">
          <a:solidFill>
            <a:srgbClr val="85604A"/>
          </a:solidFill>
          <a:uFillTx/>
          <a:latin typeface="+mn-lt"/>
          <a:ea typeface="+mn-ea"/>
          <a:cs typeface="+mn-cs"/>
          <a:sym typeface="Didot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9A7865"/>
        </a:buClr>
        <a:buSzTx/>
        <a:buFontTx/>
        <a:buNone/>
        <a:tabLst/>
        <a:defRPr b="0" baseline="0" cap="none" i="0" spc="0" strike="noStrike" sz="10600" u="none">
          <a:solidFill>
            <a:srgbClr val="85604A"/>
          </a:solidFill>
          <a:uFillTx/>
          <a:latin typeface="+mn-lt"/>
          <a:ea typeface="+mn-ea"/>
          <a:cs typeface="+mn-cs"/>
          <a:sym typeface="Didot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9A7865"/>
        </a:buClr>
        <a:buSzTx/>
        <a:buFontTx/>
        <a:buNone/>
        <a:tabLst/>
        <a:defRPr b="0" baseline="0" cap="none" i="0" spc="0" strike="noStrike" sz="10600" u="none">
          <a:solidFill>
            <a:srgbClr val="85604A"/>
          </a:solidFill>
          <a:uFillTx/>
          <a:latin typeface="+mn-lt"/>
          <a:ea typeface="+mn-ea"/>
          <a:cs typeface="+mn-cs"/>
          <a:sym typeface="Didot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9A7865"/>
        </a:buClr>
        <a:buSzTx/>
        <a:buFontTx/>
        <a:buNone/>
        <a:tabLst/>
        <a:defRPr b="0" baseline="0" cap="none" i="0" spc="0" strike="noStrike" sz="10600" u="none">
          <a:solidFill>
            <a:srgbClr val="85604A"/>
          </a:solidFill>
          <a:uFillTx/>
          <a:latin typeface="+mn-lt"/>
          <a:ea typeface="+mn-ea"/>
          <a:cs typeface="+mn-cs"/>
          <a:sym typeface="Didot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9A7865"/>
        </a:buClr>
        <a:buSzTx/>
        <a:buFontTx/>
        <a:buNone/>
        <a:tabLst/>
        <a:defRPr b="0" baseline="0" cap="none" i="0" spc="0" strike="noStrike" sz="10600" u="none">
          <a:solidFill>
            <a:srgbClr val="85604A"/>
          </a:solidFill>
          <a:uFillTx/>
          <a:latin typeface="+mn-lt"/>
          <a:ea typeface="+mn-ea"/>
          <a:cs typeface="+mn-cs"/>
          <a:sym typeface="Didot"/>
        </a:defRPr>
      </a:lvl9pPr>
    </p:titleStyle>
    <p:bodyStyle>
      <a:lvl1pPr marL="571500" marR="0" indent="-571500" algn="l" defTabSz="825500" rtl="0" latinLnBrk="0">
        <a:lnSpc>
          <a:spcPct val="100000"/>
        </a:lnSpc>
        <a:spcBef>
          <a:spcPts val="4500"/>
        </a:spcBef>
        <a:spcAft>
          <a:spcPts val="0"/>
        </a:spcAft>
        <a:buClr>
          <a:srgbClr val="9A7865"/>
        </a:buClr>
        <a:buSzPct val="40000"/>
        <a:buFontTx/>
        <a:buBlip>
          <a:blip r:embed="rId3"/>
        </a:buBlip>
        <a:tabLst/>
        <a:defRPr b="0" baseline="0" cap="none" i="0" spc="0" strike="noStrike" sz="5000" u="none">
          <a:solidFill>
            <a:srgbClr val="625B48"/>
          </a:solidFill>
          <a:uFillTx/>
          <a:latin typeface="+mn-lt"/>
          <a:ea typeface="+mn-ea"/>
          <a:cs typeface="+mn-cs"/>
          <a:sym typeface="Didot"/>
        </a:defRPr>
      </a:lvl1pPr>
      <a:lvl2pPr marL="1143000" marR="0" indent="-571500" algn="l" defTabSz="825500" rtl="0" latinLnBrk="0">
        <a:lnSpc>
          <a:spcPct val="100000"/>
        </a:lnSpc>
        <a:spcBef>
          <a:spcPts val="4500"/>
        </a:spcBef>
        <a:spcAft>
          <a:spcPts val="0"/>
        </a:spcAft>
        <a:buClr>
          <a:srgbClr val="9A7865"/>
        </a:buClr>
        <a:buSzPct val="40000"/>
        <a:buFontTx/>
        <a:buBlip>
          <a:blip r:embed="rId3"/>
        </a:buBlip>
        <a:tabLst/>
        <a:defRPr b="0" baseline="0" cap="none" i="0" spc="0" strike="noStrike" sz="5000" u="none">
          <a:solidFill>
            <a:srgbClr val="625B48"/>
          </a:solidFill>
          <a:uFillTx/>
          <a:latin typeface="+mn-lt"/>
          <a:ea typeface="+mn-ea"/>
          <a:cs typeface="+mn-cs"/>
          <a:sym typeface="Didot"/>
        </a:defRPr>
      </a:lvl2pPr>
      <a:lvl3pPr marL="1714500" marR="0" indent="-571500" algn="l" defTabSz="825500" rtl="0" latinLnBrk="0">
        <a:lnSpc>
          <a:spcPct val="100000"/>
        </a:lnSpc>
        <a:spcBef>
          <a:spcPts val="4500"/>
        </a:spcBef>
        <a:spcAft>
          <a:spcPts val="0"/>
        </a:spcAft>
        <a:buClr>
          <a:srgbClr val="9A7865"/>
        </a:buClr>
        <a:buSzPct val="40000"/>
        <a:buFontTx/>
        <a:buBlip>
          <a:blip r:embed="rId3"/>
        </a:buBlip>
        <a:tabLst/>
        <a:defRPr b="0" baseline="0" cap="none" i="0" spc="0" strike="noStrike" sz="5000" u="none">
          <a:solidFill>
            <a:srgbClr val="625B48"/>
          </a:solidFill>
          <a:uFillTx/>
          <a:latin typeface="+mn-lt"/>
          <a:ea typeface="+mn-ea"/>
          <a:cs typeface="+mn-cs"/>
          <a:sym typeface="Didot"/>
        </a:defRPr>
      </a:lvl3pPr>
      <a:lvl4pPr marL="2286000" marR="0" indent="-571500" algn="l" defTabSz="825500" rtl="0" latinLnBrk="0">
        <a:lnSpc>
          <a:spcPct val="100000"/>
        </a:lnSpc>
        <a:spcBef>
          <a:spcPts val="4500"/>
        </a:spcBef>
        <a:spcAft>
          <a:spcPts val="0"/>
        </a:spcAft>
        <a:buClr>
          <a:srgbClr val="9A7865"/>
        </a:buClr>
        <a:buSzPct val="40000"/>
        <a:buFontTx/>
        <a:buBlip>
          <a:blip r:embed="rId3"/>
        </a:buBlip>
        <a:tabLst/>
        <a:defRPr b="0" baseline="0" cap="none" i="0" spc="0" strike="noStrike" sz="5000" u="none">
          <a:solidFill>
            <a:srgbClr val="625B48"/>
          </a:solidFill>
          <a:uFillTx/>
          <a:latin typeface="+mn-lt"/>
          <a:ea typeface="+mn-ea"/>
          <a:cs typeface="+mn-cs"/>
          <a:sym typeface="Didot"/>
        </a:defRPr>
      </a:lvl4pPr>
      <a:lvl5pPr marL="2857500" marR="0" indent="-571500" algn="l" defTabSz="825500" rtl="0" latinLnBrk="0">
        <a:lnSpc>
          <a:spcPct val="100000"/>
        </a:lnSpc>
        <a:spcBef>
          <a:spcPts val="4500"/>
        </a:spcBef>
        <a:spcAft>
          <a:spcPts val="0"/>
        </a:spcAft>
        <a:buClr>
          <a:srgbClr val="9A7865"/>
        </a:buClr>
        <a:buSzPct val="40000"/>
        <a:buFontTx/>
        <a:buBlip>
          <a:blip r:embed="rId3"/>
        </a:buBlip>
        <a:tabLst/>
        <a:defRPr b="0" baseline="0" cap="none" i="0" spc="0" strike="noStrike" sz="5000" u="none">
          <a:solidFill>
            <a:srgbClr val="625B48"/>
          </a:solidFill>
          <a:uFillTx/>
          <a:latin typeface="+mn-lt"/>
          <a:ea typeface="+mn-ea"/>
          <a:cs typeface="+mn-cs"/>
          <a:sym typeface="Didot"/>
        </a:defRPr>
      </a:lvl5pPr>
      <a:lvl6pPr marL="3429000" marR="0" indent="-571500" algn="l" defTabSz="825500" rtl="0" latinLnBrk="0">
        <a:lnSpc>
          <a:spcPct val="100000"/>
        </a:lnSpc>
        <a:spcBef>
          <a:spcPts val="4500"/>
        </a:spcBef>
        <a:spcAft>
          <a:spcPts val="0"/>
        </a:spcAft>
        <a:buClr>
          <a:srgbClr val="9A7865"/>
        </a:buClr>
        <a:buSzPct val="40000"/>
        <a:buFontTx/>
        <a:buBlip>
          <a:blip r:embed="rId3"/>
        </a:buBlip>
        <a:tabLst/>
        <a:defRPr b="0" baseline="0" cap="none" i="0" spc="0" strike="noStrike" sz="5000" u="none">
          <a:solidFill>
            <a:srgbClr val="625B48"/>
          </a:solidFill>
          <a:uFillTx/>
          <a:latin typeface="+mn-lt"/>
          <a:ea typeface="+mn-ea"/>
          <a:cs typeface="+mn-cs"/>
          <a:sym typeface="Didot"/>
        </a:defRPr>
      </a:lvl6pPr>
      <a:lvl7pPr marL="4000500" marR="0" indent="-571500" algn="l" defTabSz="825500" rtl="0" latinLnBrk="0">
        <a:lnSpc>
          <a:spcPct val="100000"/>
        </a:lnSpc>
        <a:spcBef>
          <a:spcPts val="4500"/>
        </a:spcBef>
        <a:spcAft>
          <a:spcPts val="0"/>
        </a:spcAft>
        <a:buClr>
          <a:srgbClr val="9A7865"/>
        </a:buClr>
        <a:buSzPct val="40000"/>
        <a:buFontTx/>
        <a:buBlip>
          <a:blip r:embed="rId3"/>
        </a:buBlip>
        <a:tabLst/>
        <a:defRPr b="0" baseline="0" cap="none" i="0" spc="0" strike="noStrike" sz="5000" u="none">
          <a:solidFill>
            <a:srgbClr val="625B48"/>
          </a:solidFill>
          <a:uFillTx/>
          <a:latin typeface="+mn-lt"/>
          <a:ea typeface="+mn-ea"/>
          <a:cs typeface="+mn-cs"/>
          <a:sym typeface="Didot"/>
        </a:defRPr>
      </a:lvl7pPr>
      <a:lvl8pPr marL="4572000" marR="0" indent="-571500" algn="l" defTabSz="825500" rtl="0" latinLnBrk="0">
        <a:lnSpc>
          <a:spcPct val="100000"/>
        </a:lnSpc>
        <a:spcBef>
          <a:spcPts val="4500"/>
        </a:spcBef>
        <a:spcAft>
          <a:spcPts val="0"/>
        </a:spcAft>
        <a:buClr>
          <a:srgbClr val="9A7865"/>
        </a:buClr>
        <a:buSzPct val="40000"/>
        <a:buFontTx/>
        <a:buBlip>
          <a:blip r:embed="rId3"/>
        </a:buBlip>
        <a:tabLst/>
        <a:defRPr b="0" baseline="0" cap="none" i="0" spc="0" strike="noStrike" sz="5000" u="none">
          <a:solidFill>
            <a:srgbClr val="625B48"/>
          </a:solidFill>
          <a:uFillTx/>
          <a:latin typeface="+mn-lt"/>
          <a:ea typeface="+mn-ea"/>
          <a:cs typeface="+mn-cs"/>
          <a:sym typeface="Didot"/>
        </a:defRPr>
      </a:lvl8pPr>
      <a:lvl9pPr marL="5143500" marR="0" indent="-571500" algn="l" defTabSz="825500" rtl="0" latinLnBrk="0">
        <a:lnSpc>
          <a:spcPct val="100000"/>
        </a:lnSpc>
        <a:spcBef>
          <a:spcPts val="4500"/>
        </a:spcBef>
        <a:spcAft>
          <a:spcPts val="0"/>
        </a:spcAft>
        <a:buClr>
          <a:srgbClr val="9A7865"/>
        </a:buClr>
        <a:buSzPct val="40000"/>
        <a:buFontTx/>
        <a:buBlip>
          <a:blip r:embed="rId3"/>
        </a:buBlip>
        <a:tabLst/>
        <a:defRPr b="0" baseline="0" cap="none" i="0" spc="0" strike="noStrike" sz="5000" u="none">
          <a:solidFill>
            <a:srgbClr val="625B48"/>
          </a:solidFill>
          <a:uFillTx/>
          <a:latin typeface="+mn-lt"/>
          <a:ea typeface="+mn-ea"/>
          <a:cs typeface="+mn-cs"/>
          <a:sym typeface="Didot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>
          <a:srgbClr val="9A7865"/>
        </a:buClr>
        <a:buSzTx/>
        <a:buFontTx/>
        <a:buNone/>
        <a:tabLst/>
        <a:defRPr b="1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Dido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>
          <a:srgbClr val="9A7865"/>
        </a:buClr>
        <a:buSzTx/>
        <a:buFontTx/>
        <a:buNone/>
        <a:tabLst/>
        <a:defRPr b="1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Dido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>
          <a:srgbClr val="9A7865"/>
        </a:buClr>
        <a:buSzTx/>
        <a:buFontTx/>
        <a:buNone/>
        <a:tabLst/>
        <a:defRPr b="1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Dido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>
          <a:srgbClr val="9A7865"/>
        </a:buClr>
        <a:buSzTx/>
        <a:buFontTx/>
        <a:buNone/>
        <a:tabLst/>
        <a:defRPr b="1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Dido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>
          <a:srgbClr val="9A7865"/>
        </a:buClr>
        <a:buSzTx/>
        <a:buFontTx/>
        <a:buNone/>
        <a:tabLst/>
        <a:defRPr b="1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Dido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>
          <a:srgbClr val="9A7865"/>
        </a:buClr>
        <a:buSzTx/>
        <a:buFontTx/>
        <a:buNone/>
        <a:tabLst/>
        <a:defRPr b="1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Dido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>
          <a:srgbClr val="9A7865"/>
        </a:buClr>
        <a:buSzTx/>
        <a:buFontTx/>
        <a:buNone/>
        <a:tabLst/>
        <a:defRPr b="1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Dido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>
          <a:srgbClr val="9A7865"/>
        </a:buClr>
        <a:buSzTx/>
        <a:buFontTx/>
        <a:buNone/>
        <a:tabLst/>
        <a:defRPr b="1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Dido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>
          <a:srgbClr val="9A7865"/>
        </a:buClr>
        <a:buSzTx/>
        <a:buFontTx/>
        <a:buNone/>
        <a:tabLst/>
        <a:defRPr b="1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Dido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桃園市復興區公所…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桃園市復興區公所</a:t>
            </a:r>
          </a:p>
          <a:p>
            <a:pPr/>
            <a:r>
              <a:t>-不凋花小盆栽-</a:t>
            </a:r>
          </a:p>
        </p:txBody>
      </p:sp>
      <p:sp>
        <p:nvSpPr>
          <p:cNvPr id="138" name="2026/6/12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2026/6/12</a:t>
            </a:r>
          </a:p>
          <a:p>
            <a:pPr/>
            <a:r>
              <a:t>余薰柔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余薰柔Shino 講師簡介"/>
          <p:cNvSpPr txBox="1"/>
          <p:nvPr/>
        </p:nvSpPr>
        <p:spPr>
          <a:xfrm>
            <a:off x="9010967" y="1275615"/>
            <a:ext cx="6362066" cy="1007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355600">
              <a:spcBef>
                <a:spcPts val="4700"/>
              </a:spcBef>
              <a:buClrTx/>
              <a:defRPr>
                <a:solidFill>
                  <a:srgbClr val="53585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余薰柔Shino 講師簡介</a:t>
            </a:r>
          </a:p>
        </p:txBody>
      </p:sp>
      <p:pic>
        <p:nvPicPr>
          <p:cNvPr id="141" name="IMG_1114.JPG" descr="IMG_1114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969067" y="4122765"/>
            <a:ext cx="4480714" cy="6721069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學歷：…"/>
          <p:cNvSpPr txBox="1"/>
          <p:nvPr/>
        </p:nvSpPr>
        <p:spPr>
          <a:xfrm>
            <a:off x="3251287" y="2992329"/>
            <a:ext cx="4480713" cy="3299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defTabSz="2438338">
              <a:lnSpc>
                <a:spcPct val="90000"/>
              </a:lnSpc>
              <a:buClrTx/>
              <a:defRPr sz="2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學歷：</a:t>
            </a:r>
          </a:p>
          <a:p>
            <a:pPr defTabSz="2438338">
              <a:lnSpc>
                <a:spcPct val="10000"/>
              </a:lnSpc>
              <a:buClrTx/>
              <a:defRPr sz="2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英國Northumbria University</a:t>
            </a:r>
          </a:p>
          <a:p>
            <a:pPr defTabSz="2438338">
              <a:lnSpc>
                <a:spcPct val="90000"/>
              </a:lnSpc>
              <a:buClrTx/>
              <a:defRPr sz="2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社會語言學系碩士</a:t>
            </a:r>
          </a:p>
          <a:p>
            <a:pPr defTabSz="2438338">
              <a:lnSpc>
                <a:spcPct val="90000"/>
              </a:lnSpc>
              <a:buClrTx/>
              <a:defRPr sz="2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日本京都日本語學校</a:t>
            </a:r>
          </a:p>
        </p:txBody>
      </p:sp>
      <p:sp>
        <p:nvSpPr>
          <p:cNvPr id="143" name="經歷：…"/>
          <p:cNvSpPr txBox="1"/>
          <p:nvPr/>
        </p:nvSpPr>
        <p:spPr>
          <a:xfrm>
            <a:off x="3235332" y="7098653"/>
            <a:ext cx="4025901" cy="472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defTabSz="2438338">
              <a:lnSpc>
                <a:spcPct val="90000"/>
              </a:lnSpc>
              <a:buClrTx/>
              <a:defRPr sz="2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經歷：</a:t>
            </a:r>
          </a:p>
          <a:p>
            <a:pPr defTabSz="2438338">
              <a:lnSpc>
                <a:spcPct val="90000"/>
              </a:lnSpc>
              <a:buClrTx/>
              <a:defRPr sz="2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華泰電子高級業務</a:t>
            </a:r>
          </a:p>
          <a:p>
            <a:pPr defTabSz="2438338">
              <a:lnSpc>
                <a:spcPct val="90000"/>
              </a:lnSpc>
              <a:buClrTx/>
              <a:defRPr sz="2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日本京都夢館和服造型師</a:t>
            </a:r>
          </a:p>
          <a:p>
            <a:pPr defTabSz="2438338">
              <a:lnSpc>
                <a:spcPct val="90000"/>
              </a:lnSpc>
              <a:buClrTx/>
              <a:defRPr sz="2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美國佛羅里達迪士尼</a:t>
            </a:r>
          </a:p>
          <a:p>
            <a:pPr defTabSz="2438338">
              <a:lnSpc>
                <a:spcPct val="90000"/>
              </a:lnSpc>
              <a:buClrTx/>
              <a:defRPr sz="2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花妝藝術工作室負責人</a:t>
            </a:r>
          </a:p>
        </p:txBody>
      </p:sp>
      <p:sp>
        <p:nvSpPr>
          <p:cNvPr id="144" name="日本JTIA不凋花/索拉花 台灣負責人…"/>
          <p:cNvSpPr txBox="1"/>
          <p:nvPr/>
        </p:nvSpPr>
        <p:spPr>
          <a:xfrm>
            <a:off x="9276182" y="3104846"/>
            <a:ext cx="8304898" cy="8756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2438338">
              <a:lnSpc>
                <a:spcPts val="1500"/>
              </a:lnSpc>
              <a:buClrTx/>
              <a:defRPr sz="2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日本JTIA不凋花/索拉花 台灣負責人</a:t>
            </a:r>
          </a:p>
          <a:p>
            <a:pPr defTabSz="2438338">
              <a:lnSpc>
                <a:spcPts val="1500"/>
              </a:lnSpc>
              <a:buClrTx/>
              <a:defRPr sz="2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日本JTIA香氛師資</a:t>
            </a:r>
          </a:p>
          <a:p>
            <a:pPr defTabSz="2438338">
              <a:lnSpc>
                <a:spcPts val="1500"/>
              </a:lnSpc>
              <a:buClrTx/>
              <a:defRPr sz="2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日本AUBE永生花藝設計師</a:t>
            </a:r>
          </a:p>
          <a:p>
            <a:pPr defTabSz="2438338">
              <a:lnSpc>
                <a:spcPts val="1500"/>
              </a:lnSpc>
              <a:buClrTx/>
              <a:defRPr sz="2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日本USD浮游花師資</a:t>
            </a:r>
          </a:p>
          <a:p>
            <a:pPr defTabSz="2438338">
              <a:lnSpc>
                <a:spcPts val="1500"/>
              </a:lnSpc>
              <a:buClrTx/>
              <a:defRPr sz="2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韓國KDFCA香氛裝飾/索拉花藝師資</a:t>
            </a:r>
          </a:p>
          <a:p>
            <a:pPr defTabSz="2438338">
              <a:lnSpc>
                <a:spcPts val="1500"/>
              </a:lnSpc>
              <a:buClrTx/>
              <a:defRPr sz="2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韓國KDCA香氛師資</a:t>
            </a:r>
          </a:p>
          <a:p>
            <a:pPr defTabSz="2438338">
              <a:lnSpc>
                <a:spcPts val="1500"/>
              </a:lnSpc>
              <a:buClrTx/>
              <a:defRPr sz="2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韓國Cocomoart香氛裝飾證書</a:t>
            </a:r>
          </a:p>
          <a:p>
            <a:pPr defTabSz="2438338">
              <a:lnSpc>
                <a:spcPts val="1500"/>
              </a:lnSpc>
              <a:buClrTx/>
              <a:defRPr sz="2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國家考試美容乙級(師資)、丙級</a:t>
            </a:r>
          </a:p>
          <a:p>
            <a:pPr defTabSz="2438338">
              <a:lnSpc>
                <a:spcPts val="1500"/>
              </a:lnSpc>
              <a:buClrTx/>
              <a:defRPr sz="2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日本和服一級著付師</a:t>
            </a:r>
          </a:p>
          <a:p>
            <a:pPr defTabSz="2438338">
              <a:lnSpc>
                <a:spcPts val="1500"/>
              </a:lnSpc>
              <a:buClrTx/>
              <a:defRPr sz="2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講師經歷：</a:t>
            </a:r>
          </a:p>
          <a:p>
            <a:pPr defTabSz="2438338">
              <a:lnSpc>
                <a:spcPts val="1500"/>
              </a:lnSpc>
              <a:buClrTx/>
              <a:defRPr sz="2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青田七六、公私立學校、基隆市政府、</a:t>
            </a:r>
          </a:p>
          <a:p>
            <a:pPr defTabSz="2438338">
              <a:lnSpc>
                <a:spcPts val="1500"/>
              </a:lnSpc>
              <a:buClrTx/>
              <a:defRPr sz="2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土城區公所、上市櫃科技公司、台北101等</a:t>
            </a:r>
          </a:p>
        </p:txBody>
      </p:sp>
      <p:sp>
        <p:nvSpPr>
          <p:cNvPr id="145" name="線條"/>
          <p:cNvSpPr/>
          <p:nvPr/>
        </p:nvSpPr>
        <p:spPr>
          <a:xfrm flipV="1">
            <a:off x="8504090" y="3363063"/>
            <a:ext cx="1" cy="8240473"/>
          </a:xfrm>
          <a:prstGeom prst="line">
            <a:avLst/>
          </a:prstGeom>
          <a:ln w="38100">
            <a:solidFill>
              <a:schemeClr val="accent2">
                <a:hueOff val="177409"/>
                <a:satOff val="5215"/>
                <a:lumOff val="-9597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146" name="線條"/>
          <p:cNvSpPr/>
          <p:nvPr/>
        </p:nvSpPr>
        <p:spPr>
          <a:xfrm flipV="1">
            <a:off x="16671049" y="3363063"/>
            <a:ext cx="1" cy="8240473"/>
          </a:xfrm>
          <a:prstGeom prst="line">
            <a:avLst/>
          </a:prstGeom>
          <a:ln w="38100">
            <a:solidFill>
              <a:schemeClr val="accent2">
                <a:hueOff val="177409"/>
                <a:satOff val="5215"/>
                <a:lumOff val="-9597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spcBef>
                <a:spcPts val="0"/>
              </a:spcBef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不凋花？…"/>
          <p:cNvSpPr txBox="1"/>
          <p:nvPr>
            <p:ph type="title"/>
          </p:nvPr>
        </p:nvSpPr>
        <p:spPr>
          <a:xfrm>
            <a:off x="2070100" y="1490486"/>
            <a:ext cx="20243800" cy="10342191"/>
          </a:xfrm>
          <a:prstGeom prst="rect">
            <a:avLst/>
          </a:prstGeom>
        </p:spPr>
        <p:txBody>
          <a:bodyPr/>
          <a:lstStyle/>
          <a:p>
            <a:pPr/>
            <a:r>
              <a:t>不凋花？</a:t>
            </a:r>
          </a:p>
          <a:p>
            <a:pPr/>
            <a:r>
              <a:t>永生花？</a:t>
            </a:r>
          </a:p>
          <a:p>
            <a:pPr/>
            <a:r>
              <a:t>乾燥花？</a:t>
            </a:r>
          </a:p>
          <a:p>
            <a:pPr/>
            <a:r>
              <a:t>真花？</a:t>
            </a:r>
          </a:p>
          <a:p>
            <a:pPr/>
            <a:r>
              <a:t>假花？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截圖 2026-05-23 17.48.20.png" descr="截圖 2026-05-23 17.48.20.png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01534" y="670565"/>
            <a:ext cx="19580932" cy="1237487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花材與工具"/>
          <p:cNvSpPr txBox="1"/>
          <p:nvPr>
            <p:ph type="title"/>
          </p:nvPr>
        </p:nvSpPr>
        <p:spPr>
          <a:xfrm>
            <a:off x="2070099" y="800099"/>
            <a:ext cx="20243801" cy="3327401"/>
          </a:xfrm>
          <a:prstGeom prst="rect">
            <a:avLst/>
          </a:prstGeom>
        </p:spPr>
        <p:txBody>
          <a:bodyPr/>
          <a:lstStyle/>
          <a:p>
            <a:pPr/>
            <a:r>
              <a:t>花材與工具</a:t>
            </a:r>
          </a:p>
        </p:txBody>
      </p:sp>
      <p:pic>
        <p:nvPicPr>
          <p:cNvPr id="153" name="IMG_0077.jpg" descr="IMG_0077.jpg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17716" y="3517844"/>
            <a:ext cx="8158835" cy="8769765"/>
          </a:xfrm>
          <a:prstGeom prst="rect">
            <a:avLst/>
          </a:prstGeom>
        </p:spPr>
      </p:pic>
      <p:sp>
        <p:nvSpPr>
          <p:cNvPr id="154" name="水晶花"/>
          <p:cNvSpPr txBox="1"/>
          <p:nvPr/>
        </p:nvSpPr>
        <p:spPr>
          <a:xfrm>
            <a:off x="1202999" y="5071779"/>
            <a:ext cx="182880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defTabSz="457200">
              <a:spcBef>
                <a:spcPts val="0"/>
              </a:spcBef>
              <a:defRPr sz="45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水晶花</a:t>
            </a:r>
          </a:p>
        </p:txBody>
      </p:sp>
      <p:sp>
        <p:nvSpPr>
          <p:cNvPr id="155" name="繡球花"/>
          <p:cNvSpPr txBox="1"/>
          <p:nvPr/>
        </p:nvSpPr>
        <p:spPr>
          <a:xfrm>
            <a:off x="1202999" y="9884772"/>
            <a:ext cx="182880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defTabSz="457200">
              <a:spcBef>
                <a:spcPts val="0"/>
              </a:spcBef>
              <a:defRPr sz="45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繡球花</a:t>
            </a:r>
          </a:p>
        </p:txBody>
      </p:sp>
      <p:sp>
        <p:nvSpPr>
          <p:cNvPr id="156" name="滿天星"/>
          <p:cNvSpPr txBox="1"/>
          <p:nvPr/>
        </p:nvSpPr>
        <p:spPr>
          <a:xfrm>
            <a:off x="12357516" y="10389849"/>
            <a:ext cx="182880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defTabSz="457200">
              <a:spcBef>
                <a:spcPts val="0"/>
              </a:spcBef>
              <a:defRPr sz="45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滿天星</a:t>
            </a:r>
          </a:p>
        </p:txBody>
      </p:sp>
      <p:sp>
        <p:nvSpPr>
          <p:cNvPr id="157" name="馴鹿苔"/>
          <p:cNvSpPr txBox="1"/>
          <p:nvPr/>
        </p:nvSpPr>
        <p:spPr>
          <a:xfrm>
            <a:off x="1202999" y="7816850"/>
            <a:ext cx="182880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defTabSz="457200">
              <a:spcBef>
                <a:spcPts val="0"/>
              </a:spcBef>
              <a:defRPr sz="45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馴鹿苔</a:t>
            </a:r>
          </a:p>
        </p:txBody>
      </p:sp>
      <p:sp>
        <p:nvSpPr>
          <p:cNvPr id="158" name="尤加利葉"/>
          <p:cNvSpPr txBox="1"/>
          <p:nvPr/>
        </p:nvSpPr>
        <p:spPr>
          <a:xfrm>
            <a:off x="12357516" y="7816850"/>
            <a:ext cx="240030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defTabSz="457200">
              <a:spcBef>
                <a:spcPts val="0"/>
              </a:spcBef>
              <a:defRPr sz="45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尤加利葉</a:t>
            </a:r>
          </a:p>
        </p:txBody>
      </p:sp>
      <p:sp>
        <p:nvSpPr>
          <p:cNvPr id="159" name="蓬萊松"/>
          <p:cNvSpPr txBox="1"/>
          <p:nvPr/>
        </p:nvSpPr>
        <p:spPr>
          <a:xfrm>
            <a:off x="12357516" y="5521325"/>
            <a:ext cx="182880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defTabSz="457200">
              <a:spcBef>
                <a:spcPts val="0"/>
              </a:spcBef>
              <a:defRPr sz="45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蓬萊松</a:t>
            </a:r>
          </a:p>
        </p:txBody>
      </p:sp>
      <p:sp>
        <p:nvSpPr>
          <p:cNvPr id="160" name="小星花"/>
          <p:cNvSpPr txBox="1"/>
          <p:nvPr/>
        </p:nvSpPr>
        <p:spPr>
          <a:xfrm>
            <a:off x="12357516" y="3571308"/>
            <a:ext cx="182880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defTabSz="457200">
              <a:spcBef>
                <a:spcPts val="0"/>
              </a:spcBef>
              <a:defRPr sz="45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小星花</a:t>
            </a:r>
          </a:p>
        </p:txBody>
      </p:sp>
      <p:sp>
        <p:nvSpPr>
          <p:cNvPr id="161" name="線條"/>
          <p:cNvSpPr/>
          <p:nvPr/>
        </p:nvSpPr>
        <p:spPr>
          <a:xfrm>
            <a:off x="3110988" y="5528811"/>
            <a:ext cx="1597720" cy="886728"/>
          </a:xfrm>
          <a:prstGeom prst="line">
            <a:avLst/>
          </a:prstGeom>
          <a:ln w="38100">
            <a:solidFill>
              <a:srgbClr val="FF26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162" name="線條"/>
          <p:cNvSpPr/>
          <p:nvPr/>
        </p:nvSpPr>
        <p:spPr>
          <a:xfrm>
            <a:off x="3110988" y="8293436"/>
            <a:ext cx="2656894" cy="1"/>
          </a:xfrm>
          <a:prstGeom prst="line">
            <a:avLst/>
          </a:prstGeom>
          <a:ln w="38100">
            <a:solidFill>
              <a:srgbClr val="FF26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163" name="線條"/>
          <p:cNvSpPr/>
          <p:nvPr/>
        </p:nvSpPr>
        <p:spPr>
          <a:xfrm>
            <a:off x="3110988" y="10397335"/>
            <a:ext cx="956500" cy="1"/>
          </a:xfrm>
          <a:prstGeom prst="line">
            <a:avLst/>
          </a:prstGeom>
          <a:ln w="38100">
            <a:solidFill>
              <a:srgbClr val="FF26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164" name="線條"/>
          <p:cNvSpPr/>
          <p:nvPr/>
        </p:nvSpPr>
        <p:spPr>
          <a:xfrm>
            <a:off x="11403401" y="8267700"/>
            <a:ext cx="956500" cy="1"/>
          </a:xfrm>
          <a:prstGeom prst="line">
            <a:avLst/>
          </a:prstGeom>
          <a:ln w="38100">
            <a:solidFill>
              <a:srgbClr val="FF26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165" name="線條"/>
          <p:cNvSpPr/>
          <p:nvPr/>
        </p:nvSpPr>
        <p:spPr>
          <a:xfrm>
            <a:off x="9635631" y="10840699"/>
            <a:ext cx="2656894" cy="1"/>
          </a:xfrm>
          <a:prstGeom prst="line">
            <a:avLst/>
          </a:prstGeom>
          <a:ln w="38100">
            <a:solidFill>
              <a:srgbClr val="FF26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166" name="線條"/>
          <p:cNvSpPr/>
          <p:nvPr/>
        </p:nvSpPr>
        <p:spPr>
          <a:xfrm>
            <a:off x="11403401" y="5972175"/>
            <a:ext cx="956500" cy="1"/>
          </a:xfrm>
          <a:prstGeom prst="line">
            <a:avLst/>
          </a:prstGeom>
          <a:ln w="38100">
            <a:solidFill>
              <a:srgbClr val="FF26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167" name="線條"/>
          <p:cNvSpPr/>
          <p:nvPr/>
        </p:nvSpPr>
        <p:spPr>
          <a:xfrm flipV="1">
            <a:off x="8584118" y="4081732"/>
            <a:ext cx="3670290" cy="1440898"/>
          </a:xfrm>
          <a:prstGeom prst="line">
            <a:avLst/>
          </a:prstGeom>
          <a:ln w="38100">
            <a:solidFill>
              <a:srgbClr val="FF26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168" name="其他材料工具類：…"/>
          <p:cNvSpPr txBox="1"/>
          <p:nvPr/>
        </p:nvSpPr>
        <p:spPr>
          <a:xfrm>
            <a:off x="16176996" y="3970782"/>
            <a:ext cx="7140251" cy="680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457200">
              <a:spcBef>
                <a:spcPts val="0"/>
              </a:spcBef>
              <a:defRPr sz="63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其他材料工具類：</a:t>
            </a:r>
          </a:p>
          <a:p>
            <a:pPr defTabSz="457200">
              <a:spcBef>
                <a:spcPts val="0"/>
              </a:spcBef>
              <a:defRPr sz="63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剪刀</a:t>
            </a:r>
          </a:p>
          <a:p>
            <a:pPr defTabSz="457200">
              <a:spcBef>
                <a:spcPts val="0"/>
              </a:spcBef>
              <a:defRPr sz="63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鑷子</a:t>
            </a:r>
          </a:p>
          <a:p>
            <a:pPr defTabSz="457200">
              <a:spcBef>
                <a:spcPts val="0"/>
              </a:spcBef>
              <a:defRPr sz="63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南寶樹脂(或熱融膠)</a:t>
            </a:r>
          </a:p>
          <a:p>
            <a:pPr defTabSz="457200">
              <a:spcBef>
                <a:spcPts val="0"/>
              </a:spcBef>
              <a:defRPr sz="63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鐵絲#24, #26</a:t>
            </a:r>
          </a:p>
          <a:p>
            <a:pPr defTabSz="457200">
              <a:spcBef>
                <a:spcPts val="0"/>
              </a:spcBef>
              <a:defRPr sz="63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花藝膠帶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鐵絲架接＝人造花莖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鐵絲架接＝人造花莖</a:t>
            </a:r>
          </a:p>
        </p:txBody>
      </p:sp>
      <p:pic>
        <p:nvPicPr>
          <p:cNvPr id="171" name="截圖 2026-05-25 17.12.08.png" descr="截圖 2026-05-25 17.12.08.png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81788" y="5581761"/>
            <a:ext cx="6505122" cy="6605309"/>
          </a:xfrm>
          <a:prstGeom prst="rect">
            <a:avLst/>
          </a:prstGeom>
        </p:spPr>
      </p:pic>
      <p:sp>
        <p:nvSpPr>
          <p:cNvPr id="172" name="十字架接法：…"/>
          <p:cNvSpPr txBox="1"/>
          <p:nvPr/>
        </p:nvSpPr>
        <p:spPr>
          <a:xfrm>
            <a:off x="3391667" y="3696847"/>
            <a:ext cx="6972301" cy="170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defTabSz="457200">
              <a:spcBef>
                <a:spcPts val="0"/>
              </a:spcBef>
              <a:defRPr sz="45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十字架接法：</a:t>
            </a:r>
          </a:p>
          <a:p>
            <a:pPr defTabSz="457200">
              <a:spcBef>
                <a:spcPts val="0"/>
              </a:spcBef>
              <a:defRPr sz="45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適用於主花、有胖胖花萼的</a:t>
            </a:r>
          </a:p>
        </p:txBody>
      </p:sp>
      <p:pic>
        <p:nvPicPr>
          <p:cNvPr id="173" name="截圖 2026-05-25 17.16.24.png" descr="截圖 2026-05-25 17.16.24.png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804058" y="5791965"/>
            <a:ext cx="7099301" cy="6184901"/>
          </a:xfrm>
          <a:prstGeom prst="rect">
            <a:avLst/>
          </a:prstGeom>
        </p:spPr>
      </p:pic>
      <p:sp>
        <p:nvSpPr>
          <p:cNvPr id="174" name="U形架接法：…"/>
          <p:cNvSpPr txBox="1"/>
          <p:nvPr/>
        </p:nvSpPr>
        <p:spPr>
          <a:xfrm>
            <a:off x="13867558" y="3696847"/>
            <a:ext cx="4686301" cy="170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defTabSz="457200">
              <a:spcBef>
                <a:spcPts val="0"/>
              </a:spcBef>
              <a:defRPr sz="45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U形架接法：</a:t>
            </a:r>
          </a:p>
          <a:p>
            <a:pPr defTabSz="457200">
              <a:spcBef>
                <a:spcPts val="0"/>
              </a:spcBef>
              <a:defRPr sz="45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適用於大部分配花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玫瑰開花法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玫瑰開花法</a:t>
            </a:r>
          </a:p>
        </p:txBody>
      </p:sp>
      <p:graphicFrame>
        <p:nvGraphicFramePr>
          <p:cNvPr id="177" name="表格 1"/>
          <p:cNvGraphicFramePr/>
          <p:nvPr/>
        </p:nvGraphicFramePr>
        <p:xfrm>
          <a:off x="2197640" y="3636812"/>
          <a:ext cx="20001420" cy="8597435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3946926"/>
                <a:gridCol w="4718205"/>
                <a:gridCol w="5048578"/>
                <a:gridCol w="6275009"/>
              </a:tblGrid>
              <a:tr h="2146183">
                <a:tc>
                  <a:txBody>
                    <a:bodyPr/>
                    <a:lstStyle/>
                    <a:p>
                      <a:pPr defTabSz="914400">
                        <a:buClrTx/>
                        <a:tabLst>
                          <a:tab pos="12827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200">
                          <a:solidFill>
                            <a:srgbClr val="353528"/>
                          </a:solidFill>
                        </a:rPr>
                        <a:t>開花方法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buClrTx/>
                        <a:tabLst>
                          <a:tab pos="12827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200">
                          <a:solidFill>
                            <a:srgbClr val="353528"/>
                          </a:solidFill>
                        </a:rPr>
                        <a:t>難易度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buClrTx/>
                        <a:tabLst>
                          <a:tab pos="12827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200">
                          <a:solidFill>
                            <a:srgbClr val="353528"/>
                          </a:solidFill>
                        </a:rPr>
                        <a:t>放大效果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buClrTx/>
                        <a:tabLst>
                          <a:tab pos="12827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200">
                          <a:solidFill>
                            <a:srgbClr val="353528"/>
                          </a:solidFill>
                        </a:rPr>
                        <a:t>缺點/風險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2146183">
                <a:tc>
                  <a:txBody>
                    <a:bodyPr/>
                    <a:lstStyle/>
                    <a:p>
                      <a:pPr defTabSz="914400">
                        <a:buClrTx/>
                        <a:tabLst>
                          <a:tab pos="12827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200">
                          <a:solidFill>
                            <a:srgbClr val="353528"/>
                          </a:solidFill>
                        </a:rPr>
                        <a:t>棉花填充法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buClrTx/>
                        <a:tabLst>
                          <a:tab pos="12827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200">
                          <a:solidFill>
                            <a:srgbClr val="59411C"/>
                          </a:solidFill>
                        </a:rPr>
                        <a:t>⭐（最簡單）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buClrTx/>
                        <a:tabLst>
                          <a:tab pos="12827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200">
                          <a:solidFill>
                            <a:srgbClr val="59411C"/>
                          </a:solidFill>
                        </a:rPr>
                        <a:t>🌿🌿（適中）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buClrTx/>
                        <a:tabLst>
                          <a:tab pos="12827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200">
                          <a:solidFill>
                            <a:srgbClr val="59411C"/>
                          </a:solidFill>
                        </a:rPr>
                        <a:t>淺色花若塞太高，從正面看容易看到白色棉花。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2146183">
                <a:tc>
                  <a:txBody>
                    <a:bodyPr/>
                    <a:lstStyle/>
                    <a:p>
                      <a:pPr defTabSz="914400">
                        <a:buClrTx/>
                        <a:tabLst>
                          <a:tab pos="12827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200">
                          <a:solidFill>
                            <a:srgbClr val="353528"/>
                          </a:solidFill>
                        </a:rPr>
                        <a:t>點膠開花法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buClrTx/>
                        <a:tabLst>
                          <a:tab pos="12827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200">
                          <a:solidFill>
                            <a:srgbClr val="59411C"/>
                          </a:solidFill>
                        </a:rPr>
                        <a:t>⭐⭐⭐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buClrTx/>
                        <a:tabLst>
                          <a:tab pos="12827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200">
                          <a:solidFill>
                            <a:srgbClr val="59411C"/>
                          </a:solidFill>
                        </a:rPr>
                        <a:t>🌿🌿🌿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buClrTx/>
                        <a:tabLst>
                          <a:tab pos="12827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200">
                          <a:solidFill>
                            <a:srgbClr val="59411C"/>
                          </a:solidFill>
                        </a:rPr>
                        <a:t>膠量若沒控制好，會殘留透明膠絲，影響質感。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2146183">
                <a:tc>
                  <a:txBody>
                    <a:bodyPr/>
                    <a:lstStyle/>
                    <a:p>
                      <a:pPr defTabSz="914400">
                        <a:buClrTx/>
                        <a:tabLst>
                          <a:tab pos="12827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200">
                          <a:solidFill>
                            <a:srgbClr val="353528"/>
                          </a:solidFill>
                        </a:rPr>
                        <a:t>拆瓣重組法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buClrTx/>
                        <a:tabLst>
                          <a:tab pos="12827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200">
                          <a:solidFill>
                            <a:srgbClr val="59411C"/>
                          </a:solidFill>
                        </a:rPr>
                        <a:t>⭐⭐⭐⭐⭐（最難）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buClrTx/>
                        <a:tabLst>
                          <a:tab pos="12827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200">
                          <a:solidFill>
                            <a:srgbClr val="59411C"/>
                          </a:solidFill>
                        </a:rPr>
                        <a:t>🌿🌿🌿🌿🌿（最大）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buClrTx/>
                        <a:tabLst>
                          <a:tab pos="12827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4200">
                          <a:solidFill>
                            <a:srgbClr val="59411C"/>
                          </a:solidFill>
                        </a:rPr>
                        <a:t>極度考驗美感，黏不好花型會變得扁平或不自然。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蕨類"/>
          <p:cNvSpPr/>
          <p:nvPr/>
        </p:nvSpPr>
        <p:spPr>
          <a:xfrm>
            <a:off x="16802070" y="6941390"/>
            <a:ext cx="1274240" cy="12657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17" h="21564" fill="norm" stroke="1" extrusionOk="0">
                <a:moveTo>
                  <a:pt x="1131" y="0"/>
                </a:moveTo>
                <a:cubicBezTo>
                  <a:pt x="1068" y="7"/>
                  <a:pt x="966" y="73"/>
                  <a:pt x="964" y="147"/>
                </a:cubicBezTo>
                <a:cubicBezTo>
                  <a:pt x="955" y="622"/>
                  <a:pt x="1126" y="1146"/>
                  <a:pt x="1266" y="1596"/>
                </a:cubicBezTo>
                <a:cubicBezTo>
                  <a:pt x="1347" y="1857"/>
                  <a:pt x="1449" y="2074"/>
                  <a:pt x="1560" y="2248"/>
                </a:cubicBezTo>
                <a:cubicBezTo>
                  <a:pt x="1375" y="2153"/>
                  <a:pt x="1061" y="2027"/>
                  <a:pt x="594" y="2005"/>
                </a:cubicBezTo>
                <a:cubicBezTo>
                  <a:pt x="368" y="1995"/>
                  <a:pt x="143" y="1857"/>
                  <a:pt x="144" y="1855"/>
                </a:cubicBezTo>
                <a:cubicBezTo>
                  <a:pt x="145" y="1860"/>
                  <a:pt x="151" y="2591"/>
                  <a:pt x="968" y="2706"/>
                </a:cubicBezTo>
                <a:cubicBezTo>
                  <a:pt x="1456" y="2779"/>
                  <a:pt x="1638" y="2764"/>
                  <a:pt x="1715" y="2740"/>
                </a:cubicBezTo>
                <a:cubicBezTo>
                  <a:pt x="1781" y="2948"/>
                  <a:pt x="1856" y="3150"/>
                  <a:pt x="1933" y="3350"/>
                </a:cubicBezTo>
                <a:cubicBezTo>
                  <a:pt x="1876" y="3342"/>
                  <a:pt x="1827" y="3333"/>
                  <a:pt x="1677" y="3333"/>
                </a:cubicBezTo>
                <a:cubicBezTo>
                  <a:pt x="1420" y="3334"/>
                  <a:pt x="1084" y="3363"/>
                  <a:pt x="765" y="3481"/>
                </a:cubicBezTo>
                <a:cubicBezTo>
                  <a:pt x="426" y="3607"/>
                  <a:pt x="0" y="3467"/>
                  <a:pt x="0" y="3466"/>
                </a:cubicBezTo>
                <a:cubicBezTo>
                  <a:pt x="1" y="3472"/>
                  <a:pt x="48" y="4259"/>
                  <a:pt x="1093" y="3994"/>
                </a:cubicBezTo>
                <a:cubicBezTo>
                  <a:pt x="1801" y="3824"/>
                  <a:pt x="2003" y="3732"/>
                  <a:pt x="2067" y="3687"/>
                </a:cubicBezTo>
                <a:cubicBezTo>
                  <a:pt x="2147" y="3873"/>
                  <a:pt x="2231" y="4057"/>
                  <a:pt x="2320" y="4236"/>
                </a:cubicBezTo>
                <a:cubicBezTo>
                  <a:pt x="2043" y="4260"/>
                  <a:pt x="1536" y="4332"/>
                  <a:pt x="1038" y="4582"/>
                </a:cubicBezTo>
                <a:cubicBezTo>
                  <a:pt x="484" y="4859"/>
                  <a:pt x="261" y="4876"/>
                  <a:pt x="261" y="4875"/>
                </a:cubicBezTo>
                <a:cubicBezTo>
                  <a:pt x="261" y="4881"/>
                  <a:pt x="384" y="5482"/>
                  <a:pt x="1496" y="5010"/>
                </a:cubicBezTo>
                <a:cubicBezTo>
                  <a:pt x="2160" y="4737"/>
                  <a:pt x="2392" y="4611"/>
                  <a:pt x="2485" y="4546"/>
                </a:cubicBezTo>
                <a:cubicBezTo>
                  <a:pt x="2583" y="4730"/>
                  <a:pt x="2684" y="4913"/>
                  <a:pt x="2791" y="5091"/>
                </a:cubicBezTo>
                <a:cubicBezTo>
                  <a:pt x="2420" y="5158"/>
                  <a:pt x="1691" y="5330"/>
                  <a:pt x="1304" y="5675"/>
                </a:cubicBezTo>
                <a:cubicBezTo>
                  <a:pt x="765" y="6143"/>
                  <a:pt x="543" y="6050"/>
                  <a:pt x="544" y="6049"/>
                </a:cubicBezTo>
                <a:cubicBezTo>
                  <a:pt x="542" y="6057"/>
                  <a:pt x="659" y="6687"/>
                  <a:pt x="1912" y="6026"/>
                </a:cubicBezTo>
                <a:cubicBezTo>
                  <a:pt x="2602" y="5670"/>
                  <a:pt x="2875" y="5499"/>
                  <a:pt x="2994" y="5411"/>
                </a:cubicBezTo>
                <a:cubicBezTo>
                  <a:pt x="3107" y="5586"/>
                  <a:pt x="3226" y="5757"/>
                  <a:pt x="3348" y="5926"/>
                </a:cubicBezTo>
                <a:cubicBezTo>
                  <a:pt x="2926" y="6040"/>
                  <a:pt x="2079" y="6311"/>
                  <a:pt x="1661" y="6720"/>
                </a:cubicBezTo>
                <a:cubicBezTo>
                  <a:pt x="1087" y="7267"/>
                  <a:pt x="809" y="7204"/>
                  <a:pt x="810" y="7203"/>
                </a:cubicBezTo>
                <a:cubicBezTo>
                  <a:pt x="807" y="7211"/>
                  <a:pt x="1037" y="7826"/>
                  <a:pt x="2420" y="6998"/>
                </a:cubicBezTo>
                <a:cubicBezTo>
                  <a:pt x="3130" y="6579"/>
                  <a:pt x="3443" y="6365"/>
                  <a:pt x="3586" y="6253"/>
                </a:cubicBezTo>
                <a:cubicBezTo>
                  <a:pt x="3722" y="6432"/>
                  <a:pt x="3863" y="6608"/>
                  <a:pt x="4008" y="6780"/>
                </a:cubicBezTo>
                <a:cubicBezTo>
                  <a:pt x="3577" y="6918"/>
                  <a:pt x="2601" y="7273"/>
                  <a:pt x="2136" y="7759"/>
                </a:cubicBezTo>
                <a:cubicBezTo>
                  <a:pt x="1532" y="8374"/>
                  <a:pt x="1200" y="8339"/>
                  <a:pt x="1201" y="8339"/>
                </a:cubicBezTo>
                <a:cubicBezTo>
                  <a:pt x="1198" y="8347"/>
                  <a:pt x="1545" y="8944"/>
                  <a:pt x="3049" y="7972"/>
                </a:cubicBezTo>
                <a:cubicBezTo>
                  <a:pt x="3796" y="7495"/>
                  <a:pt x="4140" y="7245"/>
                  <a:pt x="4299" y="7112"/>
                </a:cubicBezTo>
                <a:cubicBezTo>
                  <a:pt x="4443" y="7275"/>
                  <a:pt x="4589" y="7436"/>
                  <a:pt x="4739" y="7594"/>
                </a:cubicBezTo>
                <a:cubicBezTo>
                  <a:pt x="4337" y="7720"/>
                  <a:pt x="3497" y="8046"/>
                  <a:pt x="2695" y="8752"/>
                </a:cubicBezTo>
                <a:cubicBezTo>
                  <a:pt x="2005" y="9360"/>
                  <a:pt x="1680" y="9415"/>
                  <a:pt x="1681" y="9416"/>
                </a:cubicBezTo>
                <a:cubicBezTo>
                  <a:pt x="1678" y="9423"/>
                  <a:pt x="2142" y="10002"/>
                  <a:pt x="3762" y="8907"/>
                </a:cubicBezTo>
                <a:cubicBezTo>
                  <a:pt x="4550" y="8378"/>
                  <a:pt x="4912" y="8103"/>
                  <a:pt x="5083" y="7953"/>
                </a:cubicBezTo>
                <a:cubicBezTo>
                  <a:pt x="5232" y="8103"/>
                  <a:pt x="5385" y="8251"/>
                  <a:pt x="5538" y="8398"/>
                </a:cubicBezTo>
                <a:cubicBezTo>
                  <a:pt x="5113" y="8563"/>
                  <a:pt x="4223" y="8965"/>
                  <a:pt x="3312" y="9687"/>
                </a:cubicBezTo>
                <a:cubicBezTo>
                  <a:pt x="2551" y="10290"/>
                  <a:pt x="2218" y="10421"/>
                  <a:pt x="2219" y="10422"/>
                </a:cubicBezTo>
                <a:cubicBezTo>
                  <a:pt x="2216" y="10428"/>
                  <a:pt x="2796" y="10993"/>
                  <a:pt x="4525" y="9793"/>
                </a:cubicBezTo>
                <a:cubicBezTo>
                  <a:pt x="5363" y="9215"/>
                  <a:pt x="5743" y="8915"/>
                  <a:pt x="5925" y="8752"/>
                </a:cubicBezTo>
                <a:cubicBezTo>
                  <a:pt x="6113" y="8925"/>
                  <a:pt x="6302" y="9098"/>
                  <a:pt x="6494" y="9267"/>
                </a:cubicBezTo>
                <a:cubicBezTo>
                  <a:pt x="6006" y="9451"/>
                  <a:pt x="4952" y="9909"/>
                  <a:pt x="4093" y="10674"/>
                </a:cubicBezTo>
                <a:cubicBezTo>
                  <a:pt x="3334" y="11351"/>
                  <a:pt x="2925" y="11463"/>
                  <a:pt x="2925" y="11465"/>
                </a:cubicBezTo>
                <a:cubicBezTo>
                  <a:pt x="2923" y="11470"/>
                  <a:pt x="3614" y="12021"/>
                  <a:pt x="5454" y="10743"/>
                </a:cubicBezTo>
                <a:cubicBezTo>
                  <a:pt x="6344" y="10125"/>
                  <a:pt x="6733" y="9815"/>
                  <a:pt x="6922" y="9643"/>
                </a:cubicBezTo>
                <a:cubicBezTo>
                  <a:pt x="7114" y="9809"/>
                  <a:pt x="7309" y="9973"/>
                  <a:pt x="7504" y="10137"/>
                </a:cubicBezTo>
                <a:cubicBezTo>
                  <a:pt x="7034" y="10327"/>
                  <a:pt x="5941" y="10837"/>
                  <a:pt x="4858" y="11763"/>
                </a:cubicBezTo>
                <a:cubicBezTo>
                  <a:pt x="4033" y="12469"/>
                  <a:pt x="3595" y="12650"/>
                  <a:pt x="3596" y="12652"/>
                </a:cubicBezTo>
                <a:cubicBezTo>
                  <a:pt x="3594" y="12655"/>
                  <a:pt x="4444" y="13201"/>
                  <a:pt x="6416" y="11776"/>
                </a:cubicBezTo>
                <a:cubicBezTo>
                  <a:pt x="7374" y="11079"/>
                  <a:pt x="7789" y="10729"/>
                  <a:pt x="7982" y="10540"/>
                </a:cubicBezTo>
                <a:cubicBezTo>
                  <a:pt x="8229" y="10744"/>
                  <a:pt x="8475" y="10948"/>
                  <a:pt x="8722" y="11153"/>
                </a:cubicBezTo>
                <a:cubicBezTo>
                  <a:pt x="8194" y="11323"/>
                  <a:pt x="6958" y="11808"/>
                  <a:pt x="5781" y="12819"/>
                </a:cubicBezTo>
                <a:cubicBezTo>
                  <a:pt x="4907" y="13570"/>
                  <a:pt x="4388" y="13721"/>
                  <a:pt x="4388" y="13724"/>
                </a:cubicBezTo>
                <a:cubicBezTo>
                  <a:pt x="4389" y="13725"/>
                  <a:pt x="5316" y="14304"/>
                  <a:pt x="7493" y="12868"/>
                </a:cubicBezTo>
                <a:cubicBezTo>
                  <a:pt x="8587" y="12141"/>
                  <a:pt x="9046" y="11782"/>
                  <a:pt x="9251" y="11593"/>
                </a:cubicBezTo>
                <a:cubicBezTo>
                  <a:pt x="9497" y="11798"/>
                  <a:pt x="9739" y="12005"/>
                  <a:pt x="9982" y="12213"/>
                </a:cubicBezTo>
                <a:cubicBezTo>
                  <a:pt x="9426" y="12340"/>
                  <a:pt x="8196" y="12746"/>
                  <a:pt x="6754" y="13889"/>
                </a:cubicBezTo>
                <a:cubicBezTo>
                  <a:pt x="5799" y="14646"/>
                  <a:pt x="5226" y="14790"/>
                  <a:pt x="5227" y="14794"/>
                </a:cubicBezTo>
                <a:cubicBezTo>
                  <a:pt x="5231" y="14793"/>
                  <a:pt x="6211" y="15420"/>
                  <a:pt x="8594" y="14002"/>
                </a:cubicBezTo>
                <a:cubicBezTo>
                  <a:pt x="9826" y="13261"/>
                  <a:pt x="10332" y="12898"/>
                  <a:pt x="10551" y="12710"/>
                </a:cubicBezTo>
                <a:cubicBezTo>
                  <a:pt x="10826" y="12953"/>
                  <a:pt x="11099" y="13199"/>
                  <a:pt x="11363" y="13449"/>
                </a:cubicBezTo>
                <a:cubicBezTo>
                  <a:pt x="10758" y="13591"/>
                  <a:pt x="9280" y="14037"/>
                  <a:pt x="7814" y="15035"/>
                </a:cubicBezTo>
                <a:cubicBezTo>
                  <a:pt x="6752" y="15758"/>
                  <a:pt x="6154" y="15908"/>
                  <a:pt x="6155" y="15913"/>
                </a:cubicBezTo>
                <a:cubicBezTo>
                  <a:pt x="6163" y="15909"/>
                  <a:pt x="7159" y="16607"/>
                  <a:pt x="9747" y="15249"/>
                </a:cubicBezTo>
                <a:cubicBezTo>
                  <a:pt x="11146" y="14505"/>
                  <a:pt x="11681" y="14156"/>
                  <a:pt x="11905" y="13977"/>
                </a:cubicBezTo>
                <a:cubicBezTo>
                  <a:pt x="12185" y="14260"/>
                  <a:pt x="12455" y="14549"/>
                  <a:pt x="12716" y="14846"/>
                </a:cubicBezTo>
                <a:cubicBezTo>
                  <a:pt x="12172" y="14906"/>
                  <a:pt x="10651" y="15200"/>
                  <a:pt x="8853" y="16316"/>
                </a:cubicBezTo>
                <a:cubicBezTo>
                  <a:pt x="7701" y="17031"/>
                  <a:pt x="7067" y="17139"/>
                  <a:pt x="7067" y="17145"/>
                </a:cubicBezTo>
                <a:cubicBezTo>
                  <a:pt x="7080" y="17138"/>
                  <a:pt x="8048" y="17936"/>
                  <a:pt x="10828" y="16683"/>
                </a:cubicBezTo>
                <a:cubicBezTo>
                  <a:pt x="12392" y="15965"/>
                  <a:pt x="12985" y="15619"/>
                  <a:pt x="13216" y="15448"/>
                </a:cubicBezTo>
                <a:cubicBezTo>
                  <a:pt x="13478" y="15777"/>
                  <a:pt x="13728" y="16115"/>
                  <a:pt x="13957" y="16467"/>
                </a:cubicBezTo>
                <a:cubicBezTo>
                  <a:pt x="13469" y="16482"/>
                  <a:pt x="11776" y="16686"/>
                  <a:pt x="9814" y="17749"/>
                </a:cubicBezTo>
                <a:cubicBezTo>
                  <a:pt x="8556" y="18431"/>
                  <a:pt x="7911" y="18453"/>
                  <a:pt x="7910" y="18460"/>
                </a:cubicBezTo>
                <a:cubicBezTo>
                  <a:pt x="7929" y="18449"/>
                  <a:pt x="8812" y="19391"/>
                  <a:pt x="11763" y="18300"/>
                </a:cubicBezTo>
                <a:cubicBezTo>
                  <a:pt x="13525" y="17631"/>
                  <a:pt x="14145" y="17307"/>
                  <a:pt x="14366" y="17150"/>
                </a:cubicBezTo>
                <a:cubicBezTo>
                  <a:pt x="14582" y="17535"/>
                  <a:pt x="14778" y="17934"/>
                  <a:pt x="14947" y="18351"/>
                </a:cubicBezTo>
                <a:cubicBezTo>
                  <a:pt x="14842" y="18337"/>
                  <a:pt x="14688" y="18326"/>
                  <a:pt x="14481" y="18331"/>
                </a:cubicBezTo>
                <a:cubicBezTo>
                  <a:pt x="13771" y="18347"/>
                  <a:pt x="12470" y="18540"/>
                  <a:pt x="10603" y="19358"/>
                </a:cubicBezTo>
                <a:cubicBezTo>
                  <a:pt x="9225" y="19963"/>
                  <a:pt x="8606" y="19917"/>
                  <a:pt x="8603" y="19926"/>
                </a:cubicBezTo>
                <a:cubicBezTo>
                  <a:pt x="8630" y="19910"/>
                  <a:pt x="9160" y="20991"/>
                  <a:pt x="12264" y="20225"/>
                </a:cubicBezTo>
                <a:cubicBezTo>
                  <a:pt x="14205" y="19745"/>
                  <a:pt x="14992" y="19291"/>
                  <a:pt x="15229" y="19131"/>
                </a:cubicBezTo>
                <a:cubicBezTo>
                  <a:pt x="15466" y="19883"/>
                  <a:pt x="15626" y="20689"/>
                  <a:pt x="15691" y="21562"/>
                </a:cubicBezTo>
                <a:cubicBezTo>
                  <a:pt x="15691" y="21562"/>
                  <a:pt x="16024" y="21598"/>
                  <a:pt x="16182" y="21323"/>
                </a:cubicBezTo>
                <a:cubicBezTo>
                  <a:pt x="16111" y="20471"/>
                  <a:pt x="15951" y="19686"/>
                  <a:pt x="15725" y="18949"/>
                </a:cubicBezTo>
                <a:cubicBezTo>
                  <a:pt x="16090" y="18857"/>
                  <a:pt x="16853" y="18648"/>
                  <a:pt x="18392" y="18012"/>
                </a:cubicBezTo>
                <a:cubicBezTo>
                  <a:pt x="21600" y="16688"/>
                  <a:pt x="20985" y="15166"/>
                  <a:pt x="20943" y="15200"/>
                </a:cubicBezTo>
                <a:cubicBezTo>
                  <a:pt x="20945" y="15206"/>
                  <a:pt x="20619" y="15776"/>
                  <a:pt x="19076" y="16187"/>
                </a:cubicBezTo>
                <a:cubicBezTo>
                  <a:pt x="17072" y="16722"/>
                  <a:pt x="15922" y="17643"/>
                  <a:pt x="15430" y="18103"/>
                </a:cubicBezTo>
                <a:cubicBezTo>
                  <a:pt x="15262" y="17686"/>
                  <a:pt x="15068" y="17287"/>
                  <a:pt x="14857" y="16902"/>
                </a:cubicBezTo>
                <a:cubicBezTo>
                  <a:pt x="15271" y="16788"/>
                  <a:pt x="16200" y="16516"/>
                  <a:pt x="17453" y="15928"/>
                </a:cubicBezTo>
                <a:cubicBezTo>
                  <a:pt x="20350" y="14568"/>
                  <a:pt x="19548" y="13070"/>
                  <a:pt x="19519" y="13094"/>
                </a:cubicBezTo>
                <a:cubicBezTo>
                  <a:pt x="19521" y="13099"/>
                  <a:pt x="19362" y="13789"/>
                  <a:pt x="17852" y="14275"/>
                </a:cubicBezTo>
                <a:cubicBezTo>
                  <a:pt x="15934" y="14892"/>
                  <a:pt x="14884" y="15764"/>
                  <a:pt x="14438" y="16196"/>
                </a:cubicBezTo>
                <a:cubicBezTo>
                  <a:pt x="14206" y="15834"/>
                  <a:pt x="13956" y="15487"/>
                  <a:pt x="13691" y="15150"/>
                </a:cubicBezTo>
                <a:cubicBezTo>
                  <a:pt x="14077" y="14998"/>
                  <a:pt x="14952" y="14646"/>
                  <a:pt x="16077" y="14041"/>
                </a:cubicBezTo>
                <a:cubicBezTo>
                  <a:pt x="18633" y="12666"/>
                  <a:pt x="17870" y="11334"/>
                  <a:pt x="17859" y="11355"/>
                </a:cubicBezTo>
                <a:cubicBezTo>
                  <a:pt x="17574" y="11876"/>
                  <a:pt x="17295" y="11834"/>
                  <a:pt x="15903" y="12556"/>
                </a:cubicBezTo>
                <a:cubicBezTo>
                  <a:pt x="14467" y="13302"/>
                  <a:pt x="13596" y="14153"/>
                  <a:pt x="13211" y="14567"/>
                </a:cubicBezTo>
                <a:cubicBezTo>
                  <a:pt x="12945" y="14259"/>
                  <a:pt x="12669" y="13958"/>
                  <a:pt x="12381" y="13667"/>
                </a:cubicBezTo>
                <a:cubicBezTo>
                  <a:pt x="12713" y="13520"/>
                  <a:pt x="13400" y="13201"/>
                  <a:pt x="14634" y="12447"/>
                </a:cubicBezTo>
                <a:cubicBezTo>
                  <a:pt x="16731" y="11165"/>
                  <a:pt x="16106" y="9898"/>
                  <a:pt x="16095" y="9908"/>
                </a:cubicBezTo>
                <a:cubicBezTo>
                  <a:pt x="16097" y="9912"/>
                  <a:pt x="15961" y="10322"/>
                  <a:pt x="14624" y="10959"/>
                </a:cubicBezTo>
                <a:cubicBezTo>
                  <a:pt x="13142" y="11665"/>
                  <a:pt x="12222" y="12706"/>
                  <a:pt x="11859" y="13155"/>
                </a:cubicBezTo>
                <a:cubicBezTo>
                  <a:pt x="11594" y="12903"/>
                  <a:pt x="11318" y="12659"/>
                  <a:pt x="11042" y="12415"/>
                </a:cubicBezTo>
                <a:cubicBezTo>
                  <a:pt x="11352" y="12268"/>
                  <a:pt x="11906" y="11963"/>
                  <a:pt x="13008" y="11252"/>
                </a:cubicBezTo>
                <a:cubicBezTo>
                  <a:pt x="15333" y="9766"/>
                  <a:pt x="14315" y="8666"/>
                  <a:pt x="14311" y="8671"/>
                </a:cubicBezTo>
                <a:cubicBezTo>
                  <a:pt x="14312" y="8674"/>
                  <a:pt x="14041" y="9266"/>
                  <a:pt x="12854" y="10012"/>
                </a:cubicBezTo>
                <a:cubicBezTo>
                  <a:pt x="11765" y="10697"/>
                  <a:pt x="10887" y="11559"/>
                  <a:pt x="10507" y="11946"/>
                </a:cubicBezTo>
                <a:cubicBezTo>
                  <a:pt x="10246" y="11723"/>
                  <a:pt x="9982" y="11502"/>
                  <a:pt x="9716" y="11283"/>
                </a:cubicBezTo>
                <a:cubicBezTo>
                  <a:pt x="10002" y="11129"/>
                  <a:pt x="10504" y="10818"/>
                  <a:pt x="11484" y="10122"/>
                </a:cubicBezTo>
                <a:cubicBezTo>
                  <a:pt x="13599" y="8630"/>
                  <a:pt x="12636" y="7648"/>
                  <a:pt x="12636" y="7650"/>
                </a:cubicBezTo>
                <a:cubicBezTo>
                  <a:pt x="12636" y="7653"/>
                  <a:pt x="12456" y="8116"/>
                  <a:pt x="11358" y="8823"/>
                </a:cubicBezTo>
                <a:cubicBezTo>
                  <a:pt x="10396" y="9442"/>
                  <a:pt x="9548" y="10417"/>
                  <a:pt x="9189" y="10846"/>
                </a:cubicBezTo>
                <a:cubicBezTo>
                  <a:pt x="8933" y="10637"/>
                  <a:pt x="8680" y="10425"/>
                  <a:pt x="8424" y="10216"/>
                </a:cubicBezTo>
                <a:cubicBezTo>
                  <a:pt x="8687" y="10058"/>
                  <a:pt x="9136" y="9752"/>
                  <a:pt x="9993" y="9087"/>
                </a:cubicBezTo>
                <a:cubicBezTo>
                  <a:pt x="11903" y="7615"/>
                  <a:pt x="11028" y="6724"/>
                  <a:pt x="11031" y="6723"/>
                </a:cubicBezTo>
                <a:cubicBezTo>
                  <a:pt x="11031" y="6726"/>
                  <a:pt x="10838" y="7307"/>
                  <a:pt x="9832" y="7967"/>
                </a:cubicBezTo>
                <a:cubicBezTo>
                  <a:pt x="8824" y="8627"/>
                  <a:pt x="8201" y="9401"/>
                  <a:pt x="7915" y="9798"/>
                </a:cubicBezTo>
                <a:cubicBezTo>
                  <a:pt x="7721" y="9639"/>
                  <a:pt x="7524" y="9481"/>
                  <a:pt x="7333" y="9320"/>
                </a:cubicBezTo>
                <a:cubicBezTo>
                  <a:pt x="7557" y="9167"/>
                  <a:pt x="7939" y="8872"/>
                  <a:pt x="8665" y="8231"/>
                </a:cubicBezTo>
                <a:cubicBezTo>
                  <a:pt x="10279" y="6806"/>
                  <a:pt x="9529" y="5877"/>
                  <a:pt x="9533" y="5877"/>
                </a:cubicBezTo>
                <a:cubicBezTo>
                  <a:pt x="9533" y="5879"/>
                  <a:pt x="9367" y="6324"/>
                  <a:pt x="8541" y="7008"/>
                </a:cubicBezTo>
                <a:cubicBezTo>
                  <a:pt x="7834" y="7595"/>
                  <a:pt x="7223" y="8530"/>
                  <a:pt x="6915" y="8964"/>
                </a:cubicBezTo>
                <a:cubicBezTo>
                  <a:pt x="6711" y="8789"/>
                  <a:pt x="6512" y="8612"/>
                  <a:pt x="6313" y="8433"/>
                </a:cubicBezTo>
                <a:cubicBezTo>
                  <a:pt x="6562" y="8311"/>
                  <a:pt x="6976" y="8051"/>
                  <a:pt x="7607" y="7321"/>
                </a:cubicBezTo>
                <a:cubicBezTo>
                  <a:pt x="8944" y="5775"/>
                  <a:pt x="8252" y="5101"/>
                  <a:pt x="8258" y="5102"/>
                </a:cubicBezTo>
                <a:cubicBezTo>
                  <a:pt x="8257" y="5104"/>
                  <a:pt x="8156" y="5518"/>
                  <a:pt x="7445" y="6211"/>
                </a:cubicBezTo>
                <a:cubicBezTo>
                  <a:pt x="6795" y="6844"/>
                  <a:pt x="6166" y="7763"/>
                  <a:pt x="5936" y="8098"/>
                </a:cubicBezTo>
                <a:cubicBezTo>
                  <a:pt x="5772" y="7946"/>
                  <a:pt x="5610" y="7792"/>
                  <a:pt x="5450" y="7636"/>
                </a:cubicBezTo>
                <a:cubicBezTo>
                  <a:pt x="5673" y="7479"/>
                  <a:pt x="6045" y="7167"/>
                  <a:pt x="6582" y="6506"/>
                </a:cubicBezTo>
                <a:cubicBezTo>
                  <a:pt x="7796" y="5013"/>
                  <a:pt x="7122" y="4348"/>
                  <a:pt x="7127" y="4349"/>
                </a:cubicBezTo>
                <a:cubicBezTo>
                  <a:pt x="7127" y="4351"/>
                  <a:pt x="7005" y="4779"/>
                  <a:pt x="6369" y="5446"/>
                </a:cubicBezTo>
                <a:cubicBezTo>
                  <a:pt x="5780" y="6063"/>
                  <a:pt x="5293" y="6932"/>
                  <a:pt x="5100" y="7284"/>
                </a:cubicBezTo>
                <a:cubicBezTo>
                  <a:pt x="4924" y="7105"/>
                  <a:pt x="4752" y="6922"/>
                  <a:pt x="4584" y="6737"/>
                </a:cubicBezTo>
                <a:cubicBezTo>
                  <a:pt x="4771" y="6584"/>
                  <a:pt x="5280" y="6162"/>
                  <a:pt x="5644" y="5643"/>
                </a:cubicBezTo>
                <a:cubicBezTo>
                  <a:pt x="6676" y="4175"/>
                  <a:pt x="6160" y="3644"/>
                  <a:pt x="6165" y="3647"/>
                </a:cubicBezTo>
                <a:cubicBezTo>
                  <a:pt x="6164" y="3648"/>
                  <a:pt x="6120" y="4110"/>
                  <a:pt x="5509" y="4713"/>
                </a:cubicBezTo>
                <a:cubicBezTo>
                  <a:pt x="4989" y="5238"/>
                  <a:pt x="4495" y="6146"/>
                  <a:pt x="4330" y="6454"/>
                </a:cubicBezTo>
                <a:cubicBezTo>
                  <a:pt x="4181" y="6282"/>
                  <a:pt x="4036" y="6107"/>
                  <a:pt x="3896" y="5930"/>
                </a:cubicBezTo>
                <a:cubicBezTo>
                  <a:pt x="4070" y="5821"/>
                  <a:pt x="4413" y="5558"/>
                  <a:pt x="4909" y="4883"/>
                </a:cubicBezTo>
                <a:cubicBezTo>
                  <a:pt x="5900" y="3533"/>
                  <a:pt x="5425" y="3048"/>
                  <a:pt x="5427" y="3052"/>
                </a:cubicBezTo>
                <a:cubicBezTo>
                  <a:pt x="5427" y="3052"/>
                  <a:pt x="5401" y="3441"/>
                  <a:pt x="4835" y="3973"/>
                </a:cubicBezTo>
                <a:cubicBezTo>
                  <a:pt x="4337" y="4450"/>
                  <a:pt x="3822" y="5379"/>
                  <a:pt x="3679" y="5641"/>
                </a:cubicBezTo>
                <a:cubicBezTo>
                  <a:pt x="3553" y="5473"/>
                  <a:pt x="3430" y="5303"/>
                  <a:pt x="3312" y="5129"/>
                </a:cubicBezTo>
                <a:cubicBezTo>
                  <a:pt x="3475" y="5036"/>
                  <a:pt x="3799" y="4809"/>
                  <a:pt x="4276" y="4226"/>
                </a:cubicBezTo>
                <a:cubicBezTo>
                  <a:pt x="5234" y="3055"/>
                  <a:pt x="4788" y="2499"/>
                  <a:pt x="4790" y="2504"/>
                </a:cubicBezTo>
                <a:cubicBezTo>
                  <a:pt x="4789" y="2504"/>
                  <a:pt x="4764" y="2853"/>
                  <a:pt x="4230" y="3323"/>
                </a:cubicBezTo>
                <a:cubicBezTo>
                  <a:pt x="3766" y="3735"/>
                  <a:pt x="3273" y="4567"/>
                  <a:pt x="3119" y="4834"/>
                </a:cubicBezTo>
                <a:cubicBezTo>
                  <a:pt x="3008" y="4660"/>
                  <a:pt x="2903" y="4481"/>
                  <a:pt x="2801" y="4300"/>
                </a:cubicBezTo>
                <a:cubicBezTo>
                  <a:pt x="2948" y="4249"/>
                  <a:pt x="3205" y="4064"/>
                  <a:pt x="3651" y="3475"/>
                </a:cubicBezTo>
                <a:cubicBezTo>
                  <a:pt x="4477" y="2376"/>
                  <a:pt x="4068" y="1894"/>
                  <a:pt x="4067" y="1899"/>
                </a:cubicBezTo>
                <a:cubicBezTo>
                  <a:pt x="4067" y="1899"/>
                  <a:pt x="4045" y="2249"/>
                  <a:pt x="3558" y="2669"/>
                </a:cubicBezTo>
                <a:cubicBezTo>
                  <a:pt x="3151" y="3020"/>
                  <a:pt x="2753" y="3662"/>
                  <a:pt x="2596" y="3928"/>
                </a:cubicBezTo>
                <a:cubicBezTo>
                  <a:pt x="2507" y="3757"/>
                  <a:pt x="2423" y="3583"/>
                  <a:pt x="2343" y="3406"/>
                </a:cubicBezTo>
                <a:cubicBezTo>
                  <a:pt x="2470" y="3326"/>
                  <a:pt x="2676" y="3142"/>
                  <a:pt x="3021" y="2689"/>
                </a:cubicBezTo>
                <a:cubicBezTo>
                  <a:pt x="3732" y="1758"/>
                  <a:pt x="3289" y="1328"/>
                  <a:pt x="3286" y="1333"/>
                </a:cubicBezTo>
                <a:cubicBezTo>
                  <a:pt x="3285" y="1333"/>
                  <a:pt x="3298" y="1600"/>
                  <a:pt x="2902" y="2010"/>
                </a:cubicBezTo>
                <a:cubicBezTo>
                  <a:pt x="2620" y="2299"/>
                  <a:pt x="2358" y="2735"/>
                  <a:pt x="2188" y="3035"/>
                </a:cubicBezTo>
                <a:cubicBezTo>
                  <a:pt x="2124" y="2876"/>
                  <a:pt x="2059" y="2718"/>
                  <a:pt x="2002" y="2555"/>
                </a:cubicBezTo>
                <a:cubicBezTo>
                  <a:pt x="2098" y="2477"/>
                  <a:pt x="2242" y="2328"/>
                  <a:pt x="2526" y="1904"/>
                </a:cubicBezTo>
                <a:cubicBezTo>
                  <a:pt x="3107" y="1035"/>
                  <a:pt x="2615" y="749"/>
                  <a:pt x="2610" y="754"/>
                </a:cubicBezTo>
                <a:cubicBezTo>
                  <a:pt x="2610" y="753"/>
                  <a:pt x="2670" y="868"/>
                  <a:pt x="2359" y="1230"/>
                </a:cubicBezTo>
                <a:cubicBezTo>
                  <a:pt x="2147" y="1468"/>
                  <a:pt x="1972" y="1819"/>
                  <a:pt x="1853" y="2080"/>
                </a:cubicBezTo>
                <a:cubicBezTo>
                  <a:pt x="1841" y="2038"/>
                  <a:pt x="1828" y="1997"/>
                  <a:pt x="1816" y="1955"/>
                </a:cubicBezTo>
                <a:cubicBezTo>
                  <a:pt x="1760" y="1674"/>
                  <a:pt x="1692" y="1386"/>
                  <a:pt x="1602" y="1090"/>
                </a:cubicBezTo>
                <a:cubicBezTo>
                  <a:pt x="1463" y="632"/>
                  <a:pt x="1317" y="256"/>
                  <a:pt x="1175" y="16"/>
                </a:cubicBezTo>
                <a:cubicBezTo>
                  <a:pt x="1168" y="3"/>
                  <a:pt x="1152" y="-2"/>
                  <a:pt x="1131" y="0"/>
                </a:cubicBezTo>
                <a:close/>
              </a:path>
            </a:pathLst>
          </a:cu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180" name="葉子"/>
          <p:cNvSpPr/>
          <p:nvPr/>
        </p:nvSpPr>
        <p:spPr>
          <a:xfrm>
            <a:off x="18788899" y="6178946"/>
            <a:ext cx="827644" cy="23121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693" h="21217" fill="norm" stroke="1" extrusionOk="0">
                <a:moveTo>
                  <a:pt x="10933" y="0"/>
                </a:moveTo>
                <a:cubicBezTo>
                  <a:pt x="-4426" y="5413"/>
                  <a:pt x="-1243" y="13502"/>
                  <a:pt x="6156" y="16481"/>
                </a:cubicBezTo>
                <a:cubicBezTo>
                  <a:pt x="6053" y="18357"/>
                  <a:pt x="6196" y="20047"/>
                  <a:pt x="6853" y="20912"/>
                </a:cubicBezTo>
                <a:cubicBezTo>
                  <a:pt x="7205" y="21600"/>
                  <a:pt x="9849" y="20972"/>
                  <a:pt x="9495" y="20530"/>
                </a:cubicBezTo>
                <a:cubicBezTo>
                  <a:pt x="9277" y="20257"/>
                  <a:pt x="7814" y="19339"/>
                  <a:pt x="7648" y="16469"/>
                </a:cubicBezTo>
                <a:cubicBezTo>
                  <a:pt x="10014" y="15780"/>
                  <a:pt x="16336" y="13638"/>
                  <a:pt x="16668" y="10353"/>
                </a:cubicBezTo>
                <a:cubicBezTo>
                  <a:pt x="17174" y="5343"/>
                  <a:pt x="9883" y="5481"/>
                  <a:pt x="10933" y="0"/>
                </a:cubicBezTo>
                <a:close/>
              </a:path>
            </a:pathLst>
          </a:custGeom>
          <a:blipFill>
            <a:blip r:embed="rId3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181" name="花束"/>
          <p:cNvSpPr/>
          <p:nvPr/>
        </p:nvSpPr>
        <p:spPr>
          <a:xfrm>
            <a:off x="18788899" y="6578957"/>
            <a:ext cx="827644" cy="15121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71" h="21600" fill="norm" stroke="1" extrusionOk="0">
                <a:moveTo>
                  <a:pt x="10545" y="0"/>
                </a:moveTo>
                <a:cubicBezTo>
                  <a:pt x="9711" y="0"/>
                  <a:pt x="9034" y="378"/>
                  <a:pt x="9034" y="844"/>
                </a:cubicBezTo>
                <a:cubicBezTo>
                  <a:pt x="9034" y="992"/>
                  <a:pt x="9070" y="1145"/>
                  <a:pt x="9131" y="1298"/>
                </a:cubicBezTo>
                <a:cubicBezTo>
                  <a:pt x="8926" y="1192"/>
                  <a:pt x="8706" y="1097"/>
                  <a:pt x="8476" y="1023"/>
                </a:cubicBezTo>
                <a:cubicBezTo>
                  <a:pt x="7754" y="790"/>
                  <a:pt x="6833" y="928"/>
                  <a:pt x="6416" y="1332"/>
                </a:cubicBezTo>
                <a:cubicBezTo>
                  <a:pt x="5999" y="1735"/>
                  <a:pt x="6246" y="2251"/>
                  <a:pt x="6968" y="2484"/>
                </a:cubicBezTo>
                <a:cubicBezTo>
                  <a:pt x="7198" y="2558"/>
                  <a:pt x="7454" y="2617"/>
                  <a:pt x="7721" y="2663"/>
                </a:cubicBezTo>
                <a:cubicBezTo>
                  <a:pt x="7454" y="2710"/>
                  <a:pt x="7198" y="2769"/>
                  <a:pt x="6968" y="2843"/>
                </a:cubicBezTo>
                <a:cubicBezTo>
                  <a:pt x="6246" y="3076"/>
                  <a:pt x="5999" y="3592"/>
                  <a:pt x="6416" y="3995"/>
                </a:cubicBezTo>
                <a:cubicBezTo>
                  <a:pt x="6833" y="4398"/>
                  <a:pt x="7754" y="4536"/>
                  <a:pt x="8476" y="4303"/>
                </a:cubicBezTo>
                <a:cubicBezTo>
                  <a:pt x="8706" y="4229"/>
                  <a:pt x="8926" y="4134"/>
                  <a:pt x="9131" y="4029"/>
                </a:cubicBezTo>
                <a:cubicBezTo>
                  <a:pt x="9070" y="4181"/>
                  <a:pt x="9034" y="4334"/>
                  <a:pt x="9034" y="4483"/>
                </a:cubicBezTo>
                <a:cubicBezTo>
                  <a:pt x="9034" y="4852"/>
                  <a:pt x="9460" y="5165"/>
                  <a:pt x="10054" y="5279"/>
                </a:cubicBezTo>
                <a:lnTo>
                  <a:pt x="10054" y="21600"/>
                </a:lnTo>
                <a:lnTo>
                  <a:pt x="11033" y="21600"/>
                </a:lnTo>
                <a:lnTo>
                  <a:pt x="11033" y="5279"/>
                </a:lnTo>
                <a:cubicBezTo>
                  <a:pt x="11627" y="5165"/>
                  <a:pt x="12053" y="4852"/>
                  <a:pt x="12053" y="4483"/>
                </a:cubicBezTo>
                <a:cubicBezTo>
                  <a:pt x="12053" y="4334"/>
                  <a:pt x="12017" y="4181"/>
                  <a:pt x="11956" y="4029"/>
                </a:cubicBezTo>
                <a:cubicBezTo>
                  <a:pt x="12161" y="4134"/>
                  <a:pt x="12381" y="4229"/>
                  <a:pt x="12611" y="4303"/>
                </a:cubicBezTo>
                <a:cubicBezTo>
                  <a:pt x="13333" y="4536"/>
                  <a:pt x="14257" y="4398"/>
                  <a:pt x="14674" y="3995"/>
                </a:cubicBezTo>
                <a:cubicBezTo>
                  <a:pt x="15091" y="3592"/>
                  <a:pt x="14844" y="3076"/>
                  <a:pt x="14122" y="2843"/>
                </a:cubicBezTo>
                <a:cubicBezTo>
                  <a:pt x="13892" y="2769"/>
                  <a:pt x="13636" y="2710"/>
                  <a:pt x="13369" y="2663"/>
                </a:cubicBezTo>
                <a:cubicBezTo>
                  <a:pt x="13636" y="2617"/>
                  <a:pt x="13892" y="2558"/>
                  <a:pt x="14122" y="2484"/>
                </a:cubicBezTo>
                <a:cubicBezTo>
                  <a:pt x="14844" y="2251"/>
                  <a:pt x="15091" y="1735"/>
                  <a:pt x="14674" y="1332"/>
                </a:cubicBezTo>
                <a:cubicBezTo>
                  <a:pt x="14257" y="928"/>
                  <a:pt x="13333" y="790"/>
                  <a:pt x="12611" y="1023"/>
                </a:cubicBezTo>
                <a:cubicBezTo>
                  <a:pt x="12381" y="1097"/>
                  <a:pt x="12161" y="1192"/>
                  <a:pt x="11956" y="1298"/>
                </a:cubicBezTo>
                <a:cubicBezTo>
                  <a:pt x="12017" y="1145"/>
                  <a:pt x="12053" y="992"/>
                  <a:pt x="12053" y="844"/>
                </a:cubicBezTo>
                <a:cubicBezTo>
                  <a:pt x="12053" y="378"/>
                  <a:pt x="11379" y="0"/>
                  <a:pt x="10545" y="0"/>
                </a:cubicBezTo>
                <a:close/>
                <a:moveTo>
                  <a:pt x="10545" y="1987"/>
                </a:moveTo>
                <a:cubicBezTo>
                  <a:pt x="11214" y="1987"/>
                  <a:pt x="11756" y="2290"/>
                  <a:pt x="11756" y="2663"/>
                </a:cubicBezTo>
                <a:cubicBezTo>
                  <a:pt x="11756" y="3037"/>
                  <a:pt x="11214" y="3339"/>
                  <a:pt x="10545" y="3339"/>
                </a:cubicBezTo>
                <a:cubicBezTo>
                  <a:pt x="9876" y="3339"/>
                  <a:pt x="9335" y="3037"/>
                  <a:pt x="9335" y="2663"/>
                </a:cubicBezTo>
                <a:cubicBezTo>
                  <a:pt x="9335" y="2290"/>
                  <a:pt x="9876" y="1987"/>
                  <a:pt x="10545" y="1987"/>
                </a:cubicBezTo>
                <a:close/>
                <a:moveTo>
                  <a:pt x="4332" y="4012"/>
                </a:moveTo>
                <a:cubicBezTo>
                  <a:pt x="3498" y="4012"/>
                  <a:pt x="2824" y="4390"/>
                  <a:pt x="2824" y="4855"/>
                </a:cubicBezTo>
                <a:cubicBezTo>
                  <a:pt x="2824" y="5004"/>
                  <a:pt x="2860" y="5157"/>
                  <a:pt x="2921" y="5309"/>
                </a:cubicBezTo>
                <a:cubicBezTo>
                  <a:pt x="2715" y="5204"/>
                  <a:pt x="2496" y="5109"/>
                  <a:pt x="2266" y="5035"/>
                </a:cubicBezTo>
                <a:cubicBezTo>
                  <a:pt x="1544" y="4802"/>
                  <a:pt x="620" y="4940"/>
                  <a:pt x="203" y="5343"/>
                </a:cubicBezTo>
                <a:cubicBezTo>
                  <a:pt x="-214" y="5746"/>
                  <a:pt x="33" y="6262"/>
                  <a:pt x="755" y="6495"/>
                </a:cubicBezTo>
                <a:cubicBezTo>
                  <a:pt x="985" y="6569"/>
                  <a:pt x="1241" y="6628"/>
                  <a:pt x="1507" y="6675"/>
                </a:cubicBezTo>
                <a:cubicBezTo>
                  <a:pt x="1241" y="6721"/>
                  <a:pt x="985" y="6780"/>
                  <a:pt x="755" y="6854"/>
                </a:cubicBezTo>
                <a:cubicBezTo>
                  <a:pt x="33" y="7087"/>
                  <a:pt x="-214" y="7603"/>
                  <a:pt x="203" y="8006"/>
                </a:cubicBezTo>
                <a:cubicBezTo>
                  <a:pt x="620" y="8410"/>
                  <a:pt x="1544" y="8548"/>
                  <a:pt x="2266" y="8315"/>
                </a:cubicBezTo>
                <a:cubicBezTo>
                  <a:pt x="2496" y="8241"/>
                  <a:pt x="2715" y="8146"/>
                  <a:pt x="2921" y="8040"/>
                </a:cubicBezTo>
                <a:cubicBezTo>
                  <a:pt x="2860" y="8193"/>
                  <a:pt x="2824" y="8346"/>
                  <a:pt x="2824" y="8494"/>
                </a:cubicBezTo>
                <a:cubicBezTo>
                  <a:pt x="2824" y="8960"/>
                  <a:pt x="3498" y="9338"/>
                  <a:pt x="4332" y="9338"/>
                </a:cubicBezTo>
                <a:cubicBezTo>
                  <a:pt x="5058" y="9338"/>
                  <a:pt x="5665" y="9052"/>
                  <a:pt x="5809" y="8670"/>
                </a:cubicBezTo>
                <a:cubicBezTo>
                  <a:pt x="6949" y="9833"/>
                  <a:pt x="8527" y="11866"/>
                  <a:pt x="8534" y="14227"/>
                </a:cubicBezTo>
                <a:cubicBezTo>
                  <a:pt x="8244" y="13960"/>
                  <a:pt x="7707" y="13680"/>
                  <a:pt x="6729" y="13460"/>
                </a:cubicBezTo>
                <a:cubicBezTo>
                  <a:pt x="4129" y="12874"/>
                  <a:pt x="3807" y="12323"/>
                  <a:pt x="3807" y="12323"/>
                </a:cubicBezTo>
                <a:cubicBezTo>
                  <a:pt x="3807" y="12323"/>
                  <a:pt x="3482" y="13972"/>
                  <a:pt x="5327" y="14881"/>
                </a:cubicBezTo>
                <a:cubicBezTo>
                  <a:pt x="6822" y="15618"/>
                  <a:pt x="7968" y="15407"/>
                  <a:pt x="8491" y="15234"/>
                </a:cubicBezTo>
                <a:cubicBezTo>
                  <a:pt x="8226" y="18494"/>
                  <a:pt x="6757" y="20968"/>
                  <a:pt x="6741" y="20995"/>
                </a:cubicBezTo>
                <a:lnTo>
                  <a:pt x="7666" y="21170"/>
                </a:lnTo>
                <a:cubicBezTo>
                  <a:pt x="7741" y="21045"/>
                  <a:pt x="9511" y="18073"/>
                  <a:pt x="9511" y="14242"/>
                </a:cubicBezTo>
                <a:cubicBezTo>
                  <a:pt x="9511" y="11717"/>
                  <a:pt x="7854" y="9589"/>
                  <a:pt x="6653" y="8379"/>
                </a:cubicBezTo>
                <a:cubicBezTo>
                  <a:pt x="7325" y="8512"/>
                  <a:pt x="8094" y="8364"/>
                  <a:pt x="8464" y="8006"/>
                </a:cubicBezTo>
                <a:cubicBezTo>
                  <a:pt x="8881" y="7603"/>
                  <a:pt x="8631" y="7087"/>
                  <a:pt x="7909" y="6854"/>
                </a:cubicBezTo>
                <a:cubicBezTo>
                  <a:pt x="7679" y="6780"/>
                  <a:pt x="7423" y="6721"/>
                  <a:pt x="7156" y="6675"/>
                </a:cubicBezTo>
                <a:cubicBezTo>
                  <a:pt x="7423" y="6628"/>
                  <a:pt x="7679" y="6569"/>
                  <a:pt x="7909" y="6495"/>
                </a:cubicBezTo>
                <a:cubicBezTo>
                  <a:pt x="8631" y="6262"/>
                  <a:pt x="8881" y="5746"/>
                  <a:pt x="8464" y="5343"/>
                </a:cubicBezTo>
                <a:cubicBezTo>
                  <a:pt x="8047" y="4940"/>
                  <a:pt x="7123" y="4802"/>
                  <a:pt x="6401" y="5035"/>
                </a:cubicBezTo>
                <a:cubicBezTo>
                  <a:pt x="6171" y="5109"/>
                  <a:pt x="5951" y="5204"/>
                  <a:pt x="5746" y="5309"/>
                </a:cubicBezTo>
                <a:cubicBezTo>
                  <a:pt x="5807" y="5157"/>
                  <a:pt x="5843" y="5004"/>
                  <a:pt x="5843" y="4855"/>
                </a:cubicBezTo>
                <a:cubicBezTo>
                  <a:pt x="5843" y="4390"/>
                  <a:pt x="5166" y="4012"/>
                  <a:pt x="4332" y="4012"/>
                </a:cubicBezTo>
                <a:close/>
                <a:moveTo>
                  <a:pt x="16840" y="4012"/>
                </a:moveTo>
                <a:cubicBezTo>
                  <a:pt x="16006" y="4012"/>
                  <a:pt x="15332" y="4390"/>
                  <a:pt x="15332" y="4855"/>
                </a:cubicBezTo>
                <a:cubicBezTo>
                  <a:pt x="15332" y="5004"/>
                  <a:pt x="15368" y="5157"/>
                  <a:pt x="15429" y="5309"/>
                </a:cubicBezTo>
                <a:cubicBezTo>
                  <a:pt x="15224" y="5204"/>
                  <a:pt x="15004" y="5109"/>
                  <a:pt x="14774" y="5035"/>
                </a:cubicBezTo>
                <a:cubicBezTo>
                  <a:pt x="14052" y="4802"/>
                  <a:pt x="13128" y="4940"/>
                  <a:pt x="12711" y="5343"/>
                </a:cubicBezTo>
                <a:cubicBezTo>
                  <a:pt x="12294" y="5746"/>
                  <a:pt x="12541" y="6262"/>
                  <a:pt x="13263" y="6495"/>
                </a:cubicBezTo>
                <a:cubicBezTo>
                  <a:pt x="13493" y="6569"/>
                  <a:pt x="13749" y="6628"/>
                  <a:pt x="14016" y="6675"/>
                </a:cubicBezTo>
                <a:cubicBezTo>
                  <a:pt x="13749" y="6721"/>
                  <a:pt x="13493" y="6780"/>
                  <a:pt x="13263" y="6854"/>
                </a:cubicBezTo>
                <a:cubicBezTo>
                  <a:pt x="12541" y="7087"/>
                  <a:pt x="12294" y="7603"/>
                  <a:pt x="12711" y="8006"/>
                </a:cubicBezTo>
                <a:cubicBezTo>
                  <a:pt x="13081" y="8364"/>
                  <a:pt x="13850" y="8512"/>
                  <a:pt x="14522" y="8379"/>
                </a:cubicBezTo>
                <a:cubicBezTo>
                  <a:pt x="13321" y="9589"/>
                  <a:pt x="11661" y="11717"/>
                  <a:pt x="11661" y="14242"/>
                </a:cubicBezTo>
                <a:cubicBezTo>
                  <a:pt x="11661" y="18073"/>
                  <a:pt x="13431" y="21045"/>
                  <a:pt x="13506" y="21170"/>
                </a:cubicBezTo>
                <a:lnTo>
                  <a:pt x="14434" y="20995"/>
                </a:lnTo>
                <a:cubicBezTo>
                  <a:pt x="14416" y="20965"/>
                  <a:pt x="12641" y="17979"/>
                  <a:pt x="12641" y="14242"/>
                </a:cubicBezTo>
                <a:cubicBezTo>
                  <a:pt x="12641" y="13827"/>
                  <a:pt x="12692" y="13423"/>
                  <a:pt x="12778" y="13031"/>
                </a:cubicBezTo>
                <a:cubicBezTo>
                  <a:pt x="13247" y="13207"/>
                  <a:pt x="14444" y="13497"/>
                  <a:pt x="16036" y="12713"/>
                </a:cubicBezTo>
                <a:cubicBezTo>
                  <a:pt x="17881" y="11804"/>
                  <a:pt x="17553" y="10155"/>
                  <a:pt x="17553" y="10155"/>
                </a:cubicBezTo>
                <a:cubicBezTo>
                  <a:pt x="17553" y="10155"/>
                  <a:pt x="17234" y="10705"/>
                  <a:pt x="14635" y="11291"/>
                </a:cubicBezTo>
                <a:cubicBezTo>
                  <a:pt x="13958" y="11444"/>
                  <a:pt x="13494" y="11624"/>
                  <a:pt x="13175" y="11810"/>
                </a:cubicBezTo>
                <a:cubicBezTo>
                  <a:pt x="13737" y="10503"/>
                  <a:pt x="14640" y="9411"/>
                  <a:pt x="15366" y="8670"/>
                </a:cubicBezTo>
                <a:cubicBezTo>
                  <a:pt x="15510" y="9052"/>
                  <a:pt x="16114" y="9338"/>
                  <a:pt x="16840" y="9338"/>
                </a:cubicBezTo>
                <a:cubicBezTo>
                  <a:pt x="17674" y="9338"/>
                  <a:pt x="18351" y="8960"/>
                  <a:pt x="18351" y="8494"/>
                </a:cubicBezTo>
                <a:cubicBezTo>
                  <a:pt x="18351" y="8346"/>
                  <a:pt x="18315" y="8193"/>
                  <a:pt x="18254" y="8040"/>
                </a:cubicBezTo>
                <a:cubicBezTo>
                  <a:pt x="18460" y="8146"/>
                  <a:pt x="18679" y="8241"/>
                  <a:pt x="18909" y="8315"/>
                </a:cubicBezTo>
                <a:cubicBezTo>
                  <a:pt x="19631" y="8548"/>
                  <a:pt x="20552" y="8410"/>
                  <a:pt x="20969" y="8006"/>
                </a:cubicBezTo>
                <a:cubicBezTo>
                  <a:pt x="21386" y="7603"/>
                  <a:pt x="21139" y="7087"/>
                  <a:pt x="20417" y="6854"/>
                </a:cubicBezTo>
                <a:cubicBezTo>
                  <a:pt x="20187" y="6780"/>
                  <a:pt x="19931" y="6721"/>
                  <a:pt x="19665" y="6675"/>
                </a:cubicBezTo>
                <a:cubicBezTo>
                  <a:pt x="19931" y="6628"/>
                  <a:pt x="20187" y="6569"/>
                  <a:pt x="20417" y="6495"/>
                </a:cubicBezTo>
                <a:cubicBezTo>
                  <a:pt x="21139" y="6262"/>
                  <a:pt x="21386" y="5746"/>
                  <a:pt x="20969" y="5343"/>
                </a:cubicBezTo>
                <a:cubicBezTo>
                  <a:pt x="20552" y="4940"/>
                  <a:pt x="19631" y="4802"/>
                  <a:pt x="18909" y="5035"/>
                </a:cubicBezTo>
                <a:cubicBezTo>
                  <a:pt x="18679" y="5109"/>
                  <a:pt x="18460" y="5204"/>
                  <a:pt x="18254" y="5309"/>
                </a:cubicBezTo>
                <a:cubicBezTo>
                  <a:pt x="18315" y="5157"/>
                  <a:pt x="18351" y="5004"/>
                  <a:pt x="18351" y="4855"/>
                </a:cubicBezTo>
                <a:cubicBezTo>
                  <a:pt x="18351" y="4390"/>
                  <a:pt x="17674" y="4012"/>
                  <a:pt x="16840" y="4012"/>
                </a:cubicBezTo>
                <a:close/>
                <a:moveTo>
                  <a:pt x="4332" y="5999"/>
                </a:moveTo>
                <a:cubicBezTo>
                  <a:pt x="5001" y="5999"/>
                  <a:pt x="5545" y="6301"/>
                  <a:pt x="5545" y="6675"/>
                </a:cubicBezTo>
                <a:cubicBezTo>
                  <a:pt x="5545" y="7048"/>
                  <a:pt x="5001" y="7351"/>
                  <a:pt x="4332" y="7351"/>
                </a:cubicBezTo>
                <a:cubicBezTo>
                  <a:pt x="3663" y="7351"/>
                  <a:pt x="3121" y="7048"/>
                  <a:pt x="3121" y="6675"/>
                </a:cubicBezTo>
                <a:cubicBezTo>
                  <a:pt x="3121" y="6301"/>
                  <a:pt x="3663" y="5999"/>
                  <a:pt x="4332" y="5999"/>
                </a:cubicBezTo>
                <a:close/>
                <a:moveTo>
                  <a:pt x="16840" y="5999"/>
                </a:moveTo>
                <a:cubicBezTo>
                  <a:pt x="17509" y="5999"/>
                  <a:pt x="18051" y="6301"/>
                  <a:pt x="18051" y="6675"/>
                </a:cubicBezTo>
                <a:cubicBezTo>
                  <a:pt x="18051" y="7048"/>
                  <a:pt x="17509" y="7351"/>
                  <a:pt x="16840" y="7351"/>
                </a:cubicBezTo>
                <a:cubicBezTo>
                  <a:pt x="16171" y="7351"/>
                  <a:pt x="15630" y="7048"/>
                  <a:pt x="15630" y="6675"/>
                </a:cubicBezTo>
                <a:cubicBezTo>
                  <a:pt x="15630" y="6301"/>
                  <a:pt x="16171" y="5999"/>
                  <a:pt x="16840" y="5999"/>
                </a:cubicBezTo>
                <a:close/>
              </a:path>
            </a:pathLst>
          </a:custGeom>
          <a:solidFill>
            <a:srgbClr val="FF8A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spcBef>
                <a:spcPts val="0"/>
              </a:spcBef>
              <a:defRPr>
                <a:solidFill>
                  <a:srgbClr val="00F900"/>
                </a:solidFill>
              </a:defRPr>
            </a:pPr>
          </a:p>
        </p:txBody>
      </p:sp>
      <p:sp>
        <p:nvSpPr>
          <p:cNvPr id="182" name="花束"/>
          <p:cNvSpPr/>
          <p:nvPr/>
        </p:nvSpPr>
        <p:spPr>
          <a:xfrm>
            <a:off x="18044583" y="6101940"/>
            <a:ext cx="827644" cy="15121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71" h="21600" fill="norm" stroke="1" extrusionOk="0">
                <a:moveTo>
                  <a:pt x="10545" y="0"/>
                </a:moveTo>
                <a:cubicBezTo>
                  <a:pt x="9711" y="0"/>
                  <a:pt x="9034" y="378"/>
                  <a:pt x="9034" y="844"/>
                </a:cubicBezTo>
                <a:cubicBezTo>
                  <a:pt x="9034" y="992"/>
                  <a:pt x="9070" y="1145"/>
                  <a:pt x="9131" y="1298"/>
                </a:cubicBezTo>
                <a:cubicBezTo>
                  <a:pt x="8926" y="1192"/>
                  <a:pt x="8706" y="1097"/>
                  <a:pt x="8476" y="1023"/>
                </a:cubicBezTo>
                <a:cubicBezTo>
                  <a:pt x="7754" y="790"/>
                  <a:pt x="6833" y="928"/>
                  <a:pt x="6416" y="1332"/>
                </a:cubicBezTo>
                <a:cubicBezTo>
                  <a:pt x="5999" y="1735"/>
                  <a:pt x="6246" y="2251"/>
                  <a:pt x="6968" y="2484"/>
                </a:cubicBezTo>
                <a:cubicBezTo>
                  <a:pt x="7198" y="2558"/>
                  <a:pt x="7454" y="2617"/>
                  <a:pt x="7721" y="2663"/>
                </a:cubicBezTo>
                <a:cubicBezTo>
                  <a:pt x="7454" y="2710"/>
                  <a:pt x="7198" y="2769"/>
                  <a:pt x="6968" y="2843"/>
                </a:cubicBezTo>
                <a:cubicBezTo>
                  <a:pt x="6246" y="3076"/>
                  <a:pt x="5999" y="3592"/>
                  <a:pt x="6416" y="3995"/>
                </a:cubicBezTo>
                <a:cubicBezTo>
                  <a:pt x="6833" y="4398"/>
                  <a:pt x="7754" y="4536"/>
                  <a:pt x="8476" y="4303"/>
                </a:cubicBezTo>
                <a:cubicBezTo>
                  <a:pt x="8706" y="4229"/>
                  <a:pt x="8926" y="4134"/>
                  <a:pt x="9131" y="4029"/>
                </a:cubicBezTo>
                <a:cubicBezTo>
                  <a:pt x="9070" y="4181"/>
                  <a:pt x="9034" y="4334"/>
                  <a:pt x="9034" y="4483"/>
                </a:cubicBezTo>
                <a:cubicBezTo>
                  <a:pt x="9034" y="4852"/>
                  <a:pt x="9460" y="5165"/>
                  <a:pt x="10054" y="5279"/>
                </a:cubicBezTo>
                <a:lnTo>
                  <a:pt x="10054" y="21600"/>
                </a:lnTo>
                <a:lnTo>
                  <a:pt x="11033" y="21600"/>
                </a:lnTo>
                <a:lnTo>
                  <a:pt x="11033" y="5279"/>
                </a:lnTo>
                <a:cubicBezTo>
                  <a:pt x="11627" y="5165"/>
                  <a:pt x="12053" y="4852"/>
                  <a:pt x="12053" y="4483"/>
                </a:cubicBezTo>
                <a:cubicBezTo>
                  <a:pt x="12053" y="4334"/>
                  <a:pt x="12017" y="4181"/>
                  <a:pt x="11956" y="4029"/>
                </a:cubicBezTo>
                <a:cubicBezTo>
                  <a:pt x="12161" y="4134"/>
                  <a:pt x="12381" y="4229"/>
                  <a:pt x="12611" y="4303"/>
                </a:cubicBezTo>
                <a:cubicBezTo>
                  <a:pt x="13333" y="4536"/>
                  <a:pt x="14257" y="4398"/>
                  <a:pt x="14674" y="3995"/>
                </a:cubicBezTo>
                <a:cubicBezTo>
                  <a:pt x="15091" y="3592"/>
                  <a:pt x="14844" y="3076"/>
                  <a:pt x="14122" y="2843"/>
                </a:cubicBezTo>
                <a:cubicBezTo>
                  <a:pt x="13892" y="2769"/>
                  <a:pt x="13636" y="2710"/>
                  <a:pt x="13369" y="2663"/>
                </a:cubicBezTo>
                <a:cubicBezTo>
                  <a:pt x="13636" y="2617"/>
                  <a:pt x="13892" y="2558"/>
                  <a:pt x="14122" y="2484"/>
                </a:cubicBezTo>
                <a:cubicBezTo>
                  <a:pt x="14844" y="2251"/>
                  <a:pt x="15091" y="1735"/>
                  <a:pt x="14674" y="1332"/>
                </a:cubicBezTo>
                <a:cubicBezTo>
                  <a:pt x="14257" y="928"/>
                  <a:pt x="13333" y="790"/>
                  <a:pt x="12611" y="1023"/>
                </a:cubicBezTo>
                <a:cubicBezTo>
                  <a:pt x="12381" y="1097"/>
                  <a:pt x="12161" y="1192"/>
                  <a:pt x="11956" y="1298"/>
                </a:cubicBezTo>
                <a:cubicBezTo>
                  <a:pt x="12017" y="1145"/>
                  <a:pt x="12053" y="992"/>
                  <a:pt x="12053" y="844"/>
                </a:cubicBezTo>
                <a:cubicBezTo>
                  <a:pt x="12053" y="378"/>
                  <a:pt x="11379" y="0"/>
                  <a:pt x="10545" y="0"/>
                </a:cubicBezTo>
                <a:close/>
                <a:moveTo>
                  <a:pt x="10545" y="1987"/>
                </a:moveTo>
                <a:cubicBezTo>
                  <a:pt x="11214" y="1987"/>
                  <a:pt x="11756" y="2290"/>
                  <a:pt x="11756" y="2663"/>
                </a:cubicBezTo>
                <a:cubicBezTo>
                  <a:pt x="11756" y="3037"/>
                  <a:pt x="11214" y="3339"/>
                  <a:pt x="10545" y="3339"/>
                </a:cubicBezTo>
                <a:cubicBezTo>
                  <a:pt x="9876" y="3339"/>
                  <a:pt x="9335" y="3037"/>
                  <a:pt x="9335" y="2663"/>
                </a:cubicBezTo>
                <a:cubicBezTo>
                  <a:pt x="9335" y="2290"/>
                  <a:pt x="9876" y="1987"/>
                  <a:pt x="10545" y="1987"/>
                </a:cubicBezTo>
                <a:close/>
                <a:moveTo>
                  <a:pt x="4332" y="4012"/>
                </a:moveTo>
                <a:cubicBezTo>
                  <a:pt x="3498" y="4012"/>
                  <a:pt x="2824" y="4390"/>
                  <a:pt x="2824" y="4855"/>
                </a:cubicBezTo>
                <a:cubicBezTo>
                  <a:pt x="2824" y="5004"/>
                  <a:pt x="2860" y="5157"/>
                  <a:pt x="2921" y="5309"/>
                </a:cubicBezTo>
                <a:cubicBezTo>
                  <a:pt x="2715" y="5204"/>
                  <a:pt x="2496" y="5109"/>
                  <a:pt x="2266" y="5035"/>
                </a:cubicBezTo>
                <a:cubicBezTo>
                  <a:pt x="1544" y="4802"/>
                  <a:pt x="620" y="4940"/>
                  <a:pt x="203" y="5343"/>
                </a:cubicBezTo>
                <a:cubicBezTo>
                  <a:pt x="-214" y="5746"/>
                  <a:pt x="33" y="6262"/>
                  <a:pt x="755" y="6495"/>
                </a:cubicBezTo>
                <a:cubicBezTo>
                  <a:pt x="985" y="6569"/>
                  <a:pt x="1241" y="6628"/>
                  <a:pt x="1507" y="6675"/>
                </a:cubicBezTo>
                <a:cubicBezTo>
                  <a:pt x="1241" y="6721"/>
                  <a:pt x="985" y="6780"/>
                  <a:pt x="755" y="6854"/>
                </a:cubicBezTo>
                <a:cubicBezTo>
                  <a:pt x="33" y="7087"/>
                  <a:pt x="-214" y="7603"/>
                  <a:pt x="203" y="8006"/>
                </a:cubicBezTo>
                <a:cubicBezTo>
                  <a:pt x="620" y="8410"/>
                  <a:pt x="1544" y="8548"/>
                  <a:pt x="2266" y="8315"/>
                </a:cubicBezTo>
                <a:cubicBezTo>
                  <a:pt x="2496" y="8241"/>
                  <a:pt x="2715" y="8146"/>
                  <a:pt x="2921" y="8040"/>
                </a:cubicBezTo>
                <a:cubicBezTo>
                  <a:pt x="2860" y="8193"/>
                  <a:pt x="2824" y="8346"/>
                  <a:pt x="2824" y="8494"/>
                </a:cubicBezTo>
                <a:cubicBezTo>
                  <a:pt x="2824" y="8960"/>
                  <a:pt x="3498" y="9338"/>
                  <a:pt x="4332" y="9338"/>
                </a:cubicBezTo>
                <a:cubicBezTo>
                  <a:pt x="5058" y="9338"/>
                  <a:pt x="5665" y="9052"/>
                  <a:pt x="5809" y="8670"/>
                </a:cubicBezTo>
                <a:cubicBezTo>
                  <a:pt x="6949" y="9833"/>
                  <a:pt x="8527" y="11866"/>
                  <a:pt x="8534" y="14227"/>
                </a:cubicBezTo>
                <a:cubicBezTo>
                  <a:pt x="8244" y="13960"/>
                  <a:pt x="7707" y="13680"/>
                  <a:pt x="6729" y="13460"/>
                </a:cubicBezTo>
                <a:cubicBezTo>
                  <a:pt x="4129" y="12874"/>
                  <a:pt x="3807" y="12323"/>
                  <a:pt x="3807" y="12323"/>
                </a:cubicBezTo>
                <a:cubicBezTo>
                  <a:pt x="3807" y="12323"/>
                  <a:pt x="3482" y="13972"/>
                  <a:pt x="5327" y="14881"/>
                </a:cubicBezTo>
                <a:cubicBezTo>
                  <a:pt x="6822" y="15618"/>
                  <a:pt x="7968" y="15407"/>
                  <a:pt x="8491" y="15234"/>
                </a:cubicBezTo>
                <a:cubicBezTo>
                  <a:pt x="8226" y="18494"/>
                  <a:pt x="6757" y="20968"/>
                  <a:pt x="6741" y="20995"/>
                </a:cubicBezTo>
                <a:lnTo>
                  <a:pt x="7666" y="21170"/>
                </a:lnTo>
                <a:cubicBezTo>
                  <a:pt x="7741" y="21045"/>
                  <a:pt x="9511" y="18073"/>
                  <a:pt x="9511" y="14242"/>
                </a:cubicBezTo>
                <a:cubicBezTo>
                  <a:pt x="9511" y="11717"/>
                  <a:pt x="7854" y="9589"/>
                  <a:pt x="6653" y="8379"/>
                </a:cubicBezTo>
                <a:cubicBezTo>
                  <a:pt x="7325" y="8512"/>
                  <a:pt x="8094" y="8364"/>
                  <a:pt x="8464" y="8006"/>
                </a:cubicBezTo>
                <a:cubicBezTo>
                  <a:pt x="8881" y="7603"/>
                  <a:pt x="8631" y="7087"/>
                  <a:pt x="7909" y="6854"/>
                </a:cubicBezTo>
                <a:cubicBezTo>
                  <a:pt x="7679" y="6780"/>
                  <a:pt x="7423" y="6721"/>
                  <a:pt x="7156" y="6675"/>
                </a:cubicBezTo>
                <a:cubicBezTo>
                  <a:pt x="7423" y="6628"/>
                  <a:pt x="7679" y="6569"/>
                  <a:pt x="7909" y="6495"/>
                </a:cubicBezTo>
                <a:cubicBezTo>
                  <a:pt x="8631" y="6262"/>
                  <a:pt x="8881" y="5746"/>
                  <a:pt x="8464" y="5343"/>
                </a:cubicBezTo>
                <a:cubicBezTo>
                  <a:pt x="8047" y="4940"/>
                  <a:pt x="7123" y="4802"/>
                  <a:pt x="6401" y="5035"/>
                </a:cubicBezTo>
                <a:cubicBezTo>
                  <a:pt x="6171" y="5109"/>
                  <a:pt x="5951" y="5204"/>
                  <a:pt x="5746" y="5309"/>
                </a:cubicBezTo>
                <a:cubicBezTo>
                  <a:pt x="5807" y="5157"/>
                  <a:pt x="5843" y="5004"/>
                  <a:pt x="5843" y="4855"/>
                </a:cubicBezTo>
                <a:cubicBezTo>
                  <a:pt x="5843" y="4390"/>
                  <a:pt x="5166" y="4012"/>
                  <a:pt x="4332" y="4012"/>
                </a:cubicBezTo>
                <a:close/>
                <a:moveTo>
                  <a:pt x="16840" y="4012"/>
                </a:moveTo>
                <a:cubicBezTo>
                  <a:pt x="16006" y="4012"/>
                  <a:pt x="15332" y="4390"/>
                  <a:pt x="15332" y="4855"/>
                </a:cubicBezTo>
                <a:cubicBezTo>
                  <a:pt x="15332" y="5004"/>
                  <a:pt x="15368" y="5157"/>
                  <a:pt x="15429" y="5309"/>
                </a:cubicBezTo>
                <a:cubicBezTo>
                  <a:pt x="15224" y="5204"/>
                  <a:pt x="15004" y="5109"/>
                  <a:pt x="14774" y="5035"/>
                </a:cubicBezTo>
                <a:cubicBezTo>
                  <a:pt x="14052" y="4802"/>
                  <a:pt x="13128" y="4940"/>
                  <a:pt x="12711" y="5343"/>
                </a:cubicBezTo>
                <a:cubicBezTo>
                  <a:pt x="12294" y="5746"/>
                  <a:pt x="12541" y="6262"/>
                  <a:pt x="13263" y="6495"/>
                </a:cubicBezTo>
                <a:cubicBezTo>
                  <a:pt x="13493" y="6569"/>
                  <a:pt x="13749" y="6628"/>
                  <a:pt x="14016" y="6675"/>
                </a:cubicBezTo>
                <a:cubicBezTo>
                  <a:pt x="13749" y="6721"/>
                  <a:pt x="13493" y="6780"/>
                  <a:pt x="13263" y="6854"/>
                </a:cubicBezTo>
                <a:cubicBezTo>
                  <a:pt x="12541" y="7087"/>
                  <a:pt x="12294" y="7603"/>
                  <a:pt x="12711" y="8006"/>
                </a:cubicBezTo>
                <a:cubicBezTo>
                  <a:pt x="13081" y="8364"/>
                  <a:pt x="13850" y="8512"/>
                  <a:pt x="14522" y="8379"/>
                </a:cubicBezTo>
                <a:cubicBezTo>
                  <a:pt x="13321" y="9589"/>
                  <a:pt x="11661" y="11717"/>
                  <a:pt x="11661" y="14242"/>
                </a:cubicBezTo>
                <a:cubicBezTo>
                  <a:pt x="11661" y="18073"/>
                  <a:pt x="13431" y="21045"/>
                  <a:pt x="13506" y="21170"/>
                </a:cubicBezTo>
                <a:lnTo>
                  <a:pt x="14434" y="20995"/>
                </a:lnTo>
                <a:cubicBezTo>
                  <a:pt x="14416" y="20965"/>
                  <a:pt x="12641" y="17979"/>
                  <a:pt x="12641" y="14242"/>
                </a:cubicBezTo>
                <a:cubicBezTo>
                  <a:pt x="12641" y="13827"/>
                  <a:pt x="12692" y="13423"/>
                  <a:pt x="12778" y="13031"/>
                </a:cubicBezTo>
                <a:cubicBezTo>
                  <a:pt x="13247" y="13207"/>
                  <a:pt x="14444" y="13497"/>
                  <a:pt x="16036" y="12713"/>
                </a:cubicBezTo>
                <a:cubicBezTo>
                  <a:pt x="17881" y="11804"/>
                  <a:pt x="17553" y="10155"/>
                  <a:pt x="17553" y="10155"/>
                </a:cubicBezTo>
                <a:cubicBezTo>
                  <a:pt x="17553" y="10155"/>
                  <a:pt x="17234" y="10705"/>
                  <a:pt x="14635" y="11291"/>
                </a:cubicBezTo>
                <a:cubicBezTo>
                  <a:pt x="13958" y="11444"/>
                  <a:pt x="13494" y="11624"/>
                  <a:pt x="13175" y="11810"/>
                </a:cubicBezTo>
                <a:cubicBezTo>
                  <a:pt x="13737" y="10503"/>
                  <a:pt x="14640" y="9411"/>
                  <a:pt x="15366" y="8670"/>
                </a:cubicBezTo>
                <a:cubicBezTo>
                  <a:pt x="15510" y="9052"/>
                  <a:pt x="16114" y="9338"/>
                  <a:pt x="16840" y="9338"/>
                </a:cubicBezTo>
                <a:cubicBezTo>
                  <a:pt x="17674" y="9338"/>
                  <a:pt x="18351" y="8960"/>
                  <a:pt x="18351" y="8494"/>
                </a:cubicBezTo>
                <a:cubicBezTo>
                  <a:pt x="18351" y="8346"/>
                  <a:pt x="18315" y="8193"/>
                  <a:pt x="18254" y="8040"/>
                </a:cubicBezTo>
                <a:cubicBezTo>
                  <a:pt x="18460" y="8146"/>
                  <a:pt x="18679" y="8241"/>
                  <a:pt x="18909" y="8315"/>
                </a:cubicBezTo>
                <a:cubicBezTo>
                  <a:pt x="19631" y="8548"/>
                  <a:pt x="20552" y="8410"/>
                  <a:pt x="20969" y="8006"/>
                </a:cubicBezTo>
                <a:cubicBezTo>
                  <a:pt x="21386" y="7603"/>
                  <a:pt x="21139" y="7087"/>
                  <a:pt x="20417" y="6854"/>
                </a:cubicBezTo>
                <a:cubicBezTo>
                  <a:pt x="20187" y="6780"/>
                  <a:pt x="19931" y="6721"/>
                  <a:pt x="19665" y="6675"/>
                </a:cubicBezTo>
                <a:cubicBezTo>
                  <a:pt x="19931" y="6628"/>
                  <a:pt x="20187" y="6569"/>
                  <a:pt x="20417" y="6495"/>
                </a:cubicBezTo>
                <a:cubicBezTo>
                  <a:pt x="21139" y="6262"/>
                  <a:pt x="21386" y="5746"/>
                  <a:pt x="20969" y="5343"/>
                </a:cubicBezTo>
                <a:cubicBezTo>
                  <a:pt x="20552" y="4940"/>
                  <a:pt x="19631" y="4802"/>
                  <a:pt x="18909" y="5035"/>
                </a:cubicBezTo>
                <a:cubicBezTo>
                  <a:pt x="18679" y="5109"/>
                  <a:pt x="18460" y="5204"/>
                  <a:pt x="18254" y="5309"/>
                </a:cubicBezTo>
                <a:cubicBezTo>
                  <a:pt x="18315" y="5157"/>
                  <a:pt x="18351" y="5004"/>
                  <a:pt x="18351" y="4855"/>
                </a:cubicBezTo>
                <a:cubicBezTo>
                  <a:pt x="18351" y="4390"/>
                  <a:pt x="17674" y="4012"/>
                  <a:pt x="16840" y="4012"/>
                </a:cubicBezTo>
                <a:close/>
                <a:moveTo>
                  <a:pt x="4332" y="5999"/>
                </a:moveTo>
                <a:cubicBezTo>
                  <a:pt x="5001" y="5999"/>
                  <a:pt x="5545" y="6301"/>
                  <a:pt x="5545" y="6675"/>
                </a:cubicBezTo>
                <a:cubicBezTo>
                  <a:pt x="5545" y="7048"/>
                  <a:pt x="5001" y="7351"/>
                  <a:pt x="4332" y="7351"/>
                </a:cubicBezTo>
                <a:cubicBezTo>
                  <a:pt x="3663" y="7351"/>
                  <a:pt x="3121" y="7048"/>
                  <a:pt x="3121" y="6675"/>
                </a:cubicBezTo>
                <a:cubicBezTo>
                  <a:pt x="3121" y="6301"/>
                  <a:pt x="3663" y="5999"/>
                  <a:pt x="4332" y="5999"/>
                </a:cubicBezTo>
                <a:close/>
                <a:moveTo>
                  <a:pt x="16840" y="5999"/>
                </a:moveTo>
                <a:cubicBezTo>
                  <a:pt x="17509" y="5999"/>
                  <a:pt x="18051" y="6301"/>
                  <a:pt x="18051" y="6675"/>
                </a:cubicBezTo>
                <a:cubicBezTo>
                  <a:pt x="18051" y="7048"/>
                  <a:pt x="17509" y="7351"/>
                  <a:pt x="16840" y="7351"/>
                </a:cubicBezTo>
                <a:cubicBezTo>
                  <a:pt x="16171" y="7351"/>
                  <a:pt x="15630" y="7048"/>
                  <a:pt x="15630" y="6675"/>
                </a:cubicBezTo>
                <a:cubicBezTo>
                  <a:pt x="15630" y="6301"/>
                  <a:pt x="16171" y="5999"/>
                  <a:pt x="16840" y="5999"/>
                </a:cubicBezTo>
                <a:close/>
              </a:path>
            </a:pathLst>
          </a:custGeom>
          <a:solidFill>
            <a:srgbClr val="FF8A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spcBef>
                <a:spcPts val="0"/>
              </a:spcBef>
              <a:defRPr>
                <a:solidFill>
                  <a:srgbClr val="00F900"/>
                </a:solidFill>
              </a:defRPr>
            </a:pPr>
          </a:p>
        </p:txBody>
      </p:sp>
      <p:sp>
        <p:nvSpPr>
          <p:cNvPr id="183" name="花束"/>
          <p:cNvSpPr/>
          <p:nvPr/>
        </p:nvSpPr>
        <p:spPr>
          <a:xfrm>
            <a:off x="17390146" y="6578957"/>
            <a:ext cx="827643" cy="15121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71" h="21600" fill="norm" stroke="1" extrusionOk="0">
                <a:moveTo>
                  <a:pt x="10545" y="0"/>
                </a:moveTo>
                <a:cubicBezTo>
                  <a:pt x="9711" y="0"/>
                  <a:pt x="9034" y="378"/>
                  <a:pt x="9034" y="844"/>
                </a:cubicBezTo>
                <a:cubicBezTo>
                  <a:pt x="9034" y="992"/>
                  <a:pt x="9070" y="1145"/>
                  <a:pt x="9131" y="1298"/>
                </a:cubicBezTo>
                <a:cubicBezTo>
                  <a:pt x="8926" y="1192"/>
                  <a:pt x="8706" y="1097"/>
                  <a:pt x="8476" y="1023"/>
                </a:cubicBezTo>
                <a:cubicBezTo>
                  <a:pt x="7754" y="790"/>
                  <a:pt x="6833" y="928"/>
                  <a:pt x="6416" y="1332"/>
                </a:cubicBezTo>
                <a:cubicBezTo>
                  <a:pt x="5999" y="1735"/>
                  <a:pt x="6246" y="2251"/>
                  <a:pt x="6968" y="2484"/>
                </a:cubicBezTo>
                <a:cubicBezTo>
                  <a:pt x="7198" y="2558"/>
                  <a:pt x="7454" y="2617"/>
                  <a:pt x="7721" y="2663"/>
                </a:cubicBezTo>
                <a:cubicBezTo>
                  <a:pt x="7454" y="2710"/>
                  <a:pt x="7198" y="2769"/>
                  <a:pt x="6968" y="2843"/>
                </a:cubicBezTo>
                <a:cubicBezTo>
                  <a:pt x="6246" y="3076"/>
                  <a:pt x="5999" y="3592"/>
                  <a:pt x="6416" y="3995"/>
                </a:cubicBezTo>
                <a:cubicBezTo>
                  <a:pt x="6833" y="4398"/>
                  <a:pt x="7754" y="4536"/>
                  <a:pt x="8476" y="4303"/>
                </a:cubicBezTo>
                <a:cubicBezTo>
                  <a:pt x="8706" y="4229"/>
                  <a:pt x="8926" y="4134"/>
                  <a:pt x="9131" y="4029"/>
                </a:cubicBezTo>
                <a:cubicBezTo>
                  <a:pt x="9070" y="4181"/>
                  <a:pt x="9034" y="4334"/>
                  <a:pt x="9034" y="4483"/>
                </a:cubicBezTo>
                <a:cubicBezTo>
                  <a:pt x="9034" y="4852"/>
                  <a:pt x="9460" y="5165"/>
                  <a:pt x="10054" y="5279"/>
                </a:cubicBezTo>
                <a:lnTo>
                  <a:pt x="10054" y="21600"/>
                </a:lnTo>
                <a:lnTo>
                  <a:pt x="11033" y="21600"/>
                </a:lnTo>
                <a:lnTo>
                  <a:pt x="11033" y="5279"/>
                </a:lnTo>
                <a:cubicBezTo>
                  <a:pt x="11627" y="5165"/>
                  <a:pt x="12053" y="4852"/>
                  <a:pt x="12053" y="4483"/>
                </a:cubicBezTo>
                <a:cubicBezTo>
                  <a:pt x="12053" y="4334"/>
                  <a:pt x="12017" y="4181"/>
                  <a:pt x="11956" y="4029"/>
                </a:cubicBezTo>
                <a:cubicBezTo>
                  <a:pt x="12161" y="4134"/>
                  <a:pt x="12381" y="4229"/>
                  <a:pt x="12611" y="4303"/>
                </a:cubicBezTo>
                <a:cubicBezTo>
                  <a:pt x="13333" y="4536"/>
                  <a:pt x="14257" y="4398"/>
                  <a:pt x="14674" y="3995"/>
                </a:cubicBezTo>
                <a:cubicBezTo>
                  <a:pt x="15091" y="3592"/>
                  <a:pt x="14844" y="3076"/>
                  <a:pt x="14122" y="2843"/>
                </a:cubicBezTo>
                <a:cubicBezTo>
                  <a:pt x="13892" y="2769"/>
                  <a:pt x="13636" y="2710"/>
                  <a:pt x="13369" y="2663"/>
                </a:cubicBezTo>
                <a:cubicBezTo>
                  <a:pt x="13636" y="2617"/>
                  <a:pt x="13892" y="2558"/>
                  <a:pt x="14122" y="2484"/>
                </a:cubicBezTo>
                <a:cubicBezTo>
                  <a:pt x="14844" y="2251"/>
                  <a:pt x="15091" y="1735"/>
                  <a:pt x="14674" y="1332"/>
                </a:cubicBezTo>
                <a:cubicBezTo>
                  <a:pt x="14257" y="928"/>
                  <a:pt x="13333" y="790"/>
                  <a:pt x="12611" y="1023"/>
                </a:cubicBezTo>
                <a:cubicBezTo>
                  <a:pt x="12381" y="1097"/>
                  <a:pt x="12161" y="1192"/>
                  <a:pt x="11956" y="1298"/>
                </a:cubicBezTo>
                <a:cubicBezTo>
                  <a:pt x="12017" y="1145"/>
                  <a:pt x="12053" y="992"/>
                  <a:pt x="12053" y="844"/>
                </a:cubicBezTo>
                <a:cubicBezTo>
                  <a:pt x="12053" y="378"/>
                  <a:pt x="11379" y="0"/>
                  <a:pt x="10545" y="0"/>
                </a:cubicBezTo>
                <a:close/>
                <a:moveTo>
                  <a:pt x="10545" y="1987"/>
                </a:moveTo>
                <a:cubicBezTo>
                  <a:pt x="11214" y="1987"/>
                  <a:pt x="11756" y="2290"/>
                  <a:pt x="11756" y="2663"/>
                </a:cubicBezTo>
                <a:cubicBezTo>
                  <a:pt x="11756" y="3037"/>
                  <a:pt x="11214" y="3339"/>
                  <a:pt x="10545" y="3339"/>
                </a:cubicBezTo>
                <a:cubicBezTo>
                  <a:pt x="9876" y="3339"/>
                  <a:pt x="9335" y="3037"/>
                  <a:pt x="9335" y="2663"/>
                </a:cubicBezTo>
                <a:cubicBezTo>
                  <a:pt x="9335" y="2290"/>
                  <a:pt x="9876" y="1987"/>
                  <a:pt x="10545" y="1987"/>
                </a:cubicBezTo>
                <a:close/>
                <a:moveTo>
                  <a:pt x="4332" y="4012"/>
                </a:moveTo>
                <a:cubicBezTo>
                  <a:pt x="3498" y="4012"/>
                  <a:pt x="2824" y="4390"/>
                  <a:pt x="2824" y="4855"/>
                </a:cubicBezTo>
                <a:cubicBezTo>
                  <a:pt x="2824" y="5004"/>
                  <a:pt x="2860" y="5157"/>
                  <a:pt x="2921" y="5309"/>
                </a:cubicBezTo>
                <a:cubicBezTo>
                  <a:pt x="2715" y="5204"/>
                  <a:pt x="2496" y="5109"/>
                  <a:pt x="2266" y="5035"/>
                </a:cubicBezTo>
                <a:cubicBezTo>
                  <a:pt x="1544" y="4802"/>
                  <a:pt x="620" y="4940"/>
                  <a:pt x="203" y="5343"/>
                </a:cubicBezTo>
                <a:cubicBezTo>
                  <a:pt x="-214" y="5746"/>
                  <a:pt x="33" y="6262"/>
                  <a:pt x="755" y="6495"/>
                </a:cubicBezTo>
                <a:cubicBezTo>
                  <a:pt x="985" y="6569"/>
                  <a:pt x="1241" y="6628"/>
                  <a:pt x="1507" y="6675"/>
                </a:cubicBezTo>
                <a:cubicBezTo>
                  <a:pt x="1241" y="6721"/>
                  <a:pt x="985" y="6780"/>
                  <a:pt x="755" y="6854"/>
                </a:cubicBezTo>
                <a:cubicBezTo>
                  <a:pt x="33" y="7087"/>
                  <a:pt x="-214" y="7603"/>
                  <a:pt x="203" y="8006"/>
                </a:cubicBezTo>
                <a:cubicBezTo>
                  <a:pt x="620" y="8410"/>
                  <a:pt x="1544" y="8548"/>
                  <a:pt x="2266" y="8315"/>
                </a:cubicBezTo>
                <a:cubicBezTo>
                  <a:pt x="2496" y="8241"/>
                  <a:pt x="2715" y="8146"/>
                  <a:pt x="2921" y="8040"/>
                </a:cubicBezTo>
                <a:cubicBezTo>
                  <a:pt x="2860" y="8193"/>
                  <a:pt x="2824" y="8346"/>
                  <a:pt x="2824" y="8494"/>
                </a:cubicBezTo>
                <a:cubicBezTo>
                  <a:pt x="2824" y="8960"/>
                  <a:pt x="3498" y="9338"/>
                  <a:pt x="4332" y="9338"/>
                </a:cubicBezTo>
                <a:cubicBezTo>
                  <a:pt x="5058" y="9338"/>
                  <a:pt x="5665" y="9052"/>
                  <a:pt x="5809" y="8670"/>
                </a:cubicBezTo>
                <a:cubicBezTo>
                  <a:pt x="6949" y="9833"/>
                  <a:pt x="8527" y="11866"/>
                  <a:pt x="8534" y="14227"/>
                </a:cubicBezTo>
                <a:cubicBezTo>
                  <a:pt x="8244" y="13960"/>
                  <a:pt x="7707" y="13680"/>
                  <a:pt x="6729" y="13460"/>
                </a:cubicBezTo>
                <a:cubicBezTo>
                  <a:pt x="4129" y="12874"/>
                  <a:pt x="3807" y="12323"/>
                  <a:pt x="3807" y="12323"/>
                </a:cubicBezTo>
                <a:cubicBezTo>
                  <a:pt x="3807" y="12323"/>
                  <a:pt x="3482" y="13972"/>
                  <a:pt x="5327" y="14881"/>
                </a:cubicBezTo>
                <a:cubicBezTo>
                  <a:pt x="6822" y="15618"/>
                  <a:pt x="7968" y="15407"/>
                  <a:pt x="8491" y="15234"/>
                </a:cubicBezTo>
                <a:cubicBezTo>
                  <a:pt x="8226" y="18494"/>
                  <a:pt x="6757" y="20968"/>
                  <a:pt x="6741" y="20995"/>
                </a:cubicBezTo>
                <a:lnTo>
                  <a:pt x="7666" y="21170"/>
                </a:lnTo>
                <a:cubicBezTo>
                  <a:pt x="7741" y="21045"/>
                  <a:pt x="9511" y="18073"/>
                  <a:pt x="9511" y="14242"/>
                </a:cubicBezTo>
                <a:cubicBezTo>
                  <a:pt x="9511" y="11717"/>
                  <a:pt x="7854" y="9589"/>
                  <a:pt x="6653" y="8379"/>
                </a:cubicBezTo>
                <a:cubicBezTo>
                  <a:pt x="7325" y="8512"/>
                  <a:pt x="8094" y="8364"/>
                  <a:pt x="8464" y="8006"/>
                </a:cubicBezTo>
                <a:cubicBezTo>
                  <a:pt x="8881" y="7603"/>
                  <a:pt x="8631" y="7087"/>
                  <a:pt x="7909" y="6854"/>
                </a:cubicBezTo>
                <a:cubicBezTo>
                  <a:pt x="7679" y="6780"/>
                  <a:pt x="7423" y="6721"/>
                  <a:pt x="7156" y="6675"/>
                </a:cubicBezTo>
                <a:cubicBezTo>
                  <a:pt x="7423" y="6628"/>
                  <a:pt x="7679" y="6569"/>
                  <a:pt x="7909" y="6495"/>
                </a:cubicBezTo>
                <a:cubicBezTo>
                  <a:pt x="8631" y="6262"/>
                  <a:pt x="8881" y="5746"/>
                  <a:pt x="8464" y="5343"/>
                </a:cubicBezTo>
                <a:cubicBezTo>
                  <a:pt x="8047" y="4940"/>
                  <a:pt x="7123" y="4802"/>
                  <a:pt x="6401" y="5035"/>
                </a:cubicBezTo>
                <a:cubicBezTo>
                  <a:pt x="6171" y="5109"/>
                  <a:pt x="5951" y="5204"/>
                  <a:pt x="5746" y="5309"/>
                </a:cubicBezTo>
                <a:cubicBezTo>
                  <a:pt x="5807" y="5157"/>
                  <a:pt x="5843" y="5004"/>
                  <a:pt x="5843" y="4855"/>
                </a:cubicBezTo>
                <a:cubicBezTo>
                  <a:pt x="5843" y="4390"/>
                  <a:pt x="5166" y="4012"/>
                  <a:pt x="4332" y="4012"/>
                </a:cubicBezTo>
                <a:close/>
                <a:moveTo>
                  <a:pt x="16840" y="4012"/>
                </a:moveTo>
                <a:cubicBezTo>
                  <a:pt x="16006" y="4012"/>
                  <a:pt x="15332" y="4390"/>
                  <a:pt x="15332" y="4855"/>
                </a:cubicBezTo>
                <a:cubicBezTo>
                  <a:pt x="15332" y="5004"/>
                  <a:pt x="15368" y="5157"/>
                  <a:pt x="15429" y="5309"/>
                </a:cubicBezTo>
                <a:cubicBezTo>
                  <a:pt x="15224" y="5204"/>
                  <a:pt x="15004" y="5109"/>
                  <a:pt x="14774" y="5035"/>
                </a:cubicBezTo>
                <a:cubicBezTo>
                  <a:pt x="14052" y="4802"/>
                  <a:pt x="13128" y="4940"/>
                  <a:pt x="12711" y="5343"/>
                </a:cubicBezTo>
                <a:cubicBezTo>
                  <a:pt x="12294" y="5746"/>
                  <a:pt x="12541" y="6262"/>
                  <a:pt x="13263" y="6495"/>
                </a:cubicBezTo>
                <a:cubicBezTo>
                  <a:pt x="13493" y="6569"/>
                  <a:pt x="13749" y="6628"/>
                  <a:pt x="14016" y="6675"/>
                </a:cubicBezTo>
                <a:cubicBezTo>
                  <a:pt x="13749" y="6721"/>
                  <a:pt x="13493" y="6780"/>
                  <a:pt x="13263" y="6854"/>
                </a:cubicBezTo>
                <a:cubicBezTo>
                  <a:pt x="12541" y="7087"/>
                  <a:pt x="12294" y="7603"/>
                  <a:pt x="12711" y="8006"/>
                </a:cubicBezTo>
                <a:cubicBezTo>
                  <a:pt x="13081" y="8364"/>
                  <a:pt x="13850" y="8512"/>
                  <a:pt x="14522" y="8379"/>
                </a:cubicBezTo>
                <a:cubicBezTo>
                  <a:pt x="13321" y="9589"/>
                  <a:pt x="11661" y="11717"/>
                  <a:pt x="11661" y="14242"/>
                </a:cubicBezTo>
                <a:cubicBezTo>
                  <a:pt x="11661" y="18073"/>
                  <a:pt x="13431" y="21045"/>
                  <a:pt x="13506" y="21170"/>
                </a:cubicBezTo>
                <a:lnTo>
                  <a:pt x="14434" y="20995"/>
                </a:lnTo>
                <a:cubicBezTo>
                  <a:pt x="14416" y="20965"/>
                  <a:pt x="12641" y="17979"/>
                  <a:pt x="12641" y="14242"/>
                </a:cubicBezTo>
                <a:cubicBezTo>
                  <a:pt x="12641" y="13827"/>
                  <a:pt x="12692" y="13423"/>
                  <a:pt x="12778" y="13031"/>
                </a:cubicBezTo>
                <a:cubicBezTo>
                  <a:pt x="13247" y="13207"/>
                  <a:pt x="14444" y="13497"/>
                  <a:pt x="16036" y="12713"/>
                </a:cubicBezTo>
                <a:cubicBezTo>
                  <a:pt x="17881" y="11804"/>
                  <a:pt x="17553" y="10155"/>
                  <a:pt x="17553" y="10155"/>
                </a:cubicBezTo>
                <a:cubicBezTo>
                  <a:pt x="17553" y="10155"/>
                  <a:pt x="17234" y="10705"/>
                  <a:pt x="14635" y="11291"/>
                </a:cubicBezTo>
                <a:cubicBezTo>
                  <a:pt x="13958" y="11444"/>
                  <a:pt x="13494" y="11624"/>
                  <a:pt x="13175" y="11810"/>
                </a:cubicBezTo>
                <a:cubicBezTo>
                  <a:pt x="13737" y="10503"/>
                  <a:pt x="14640" y="9411"/>
                  <a:pt x="15366" y="8670"/>
                </a:cubicBezTo>
                <a:cubicBezTo>
                  <a:pt x="15510" y="9052"/>
                  <a:pt x="16114" y="9338"/>
                  <a:pt x="16840" y="9338"/>
                </a:cubicBezTo>
                <a:cubicBezTo>
                  <a:pt x="17674" y="9338"/>
                  <a:pt x="18351" y="8960"/>
                  <a:pt x="18351" y="8494"/>
                </a:cubicBezTo>
                <a:cubicBezTo>
                  <a:pt x="18351" y="8346"/>
                  <a:pt x="18315" y="8193"/>
                  <a:pt x="18254" y="8040"/>
                </a:cubicBezTo>
                <a:cubicBezTo>
                  <a:pt x="18460" y="8146"/>
                  <a:pt x="18679" y="8241"/>
                  <a:pt x="18909" y="8315"/>
                </a:cubicBezTo>
                <a:cubicBezTo>
                  <a:pt x="19631" y="8548"/>
                  <a:pt x="20552" y="8410"/>
                  <a:pt x="20969" y="8006"/>
                </a:cubicBezTo>
                <a:cubicBezTo>
                  <a:pt x="21386" y="7603"/>
                  <a:pt x="21139" y="7087"/>
                  <a:pt x="20417" y="6854"/>
                </a:cubicBezTo>
                <a:cubicBezTo>
                  <a:pt x="20187" y="6780"/>
                  <a:pt x="19931" y="6721"/>
                  <a:pt x="19665" y="6675"/>
                </a:cubicBezTo>
                <a:cubicBezTo>
                  <a:pt x="19931" y="6628"/>
                  <a:pt x="20187" y="6569"/>
                  <a:pt x="20417" y="6495"/>
                </a:cubicBezTo>
                <a:cubicBezTo>
                  <a:pt x="21139" y="6262"/>
                  <a:pt x="21386" y="5746"/>
                  <a:pt x="20969" y="5343"/>
                </a:cubicBezTo>
                <a:cubicBezTo>
                  <a:pt x="20552" y="4940"/>
                  <a:pt x="19631" y="4802"/>
                  <a:pt x="18909" y="5035"/>
                </a:cubicBezTo>
                <a:cubicBezTo>
                  <a:pt x="18679" y="5109"/>
                  <a:pt x="18460" y="5204"/>
                  <a:pt x="18254" y="5309"/>
                </a:cubicBezTo>
                <a:cubicBezTo>
                  <a:pt x="18315" y="5157"/>
                  <a:pt x="18351" y="5004"/>
                  <a:pt x="18351" y="4855"/>
                </a:cubicBezTo>
                <a:cubicBezTo>
                  <a:pt x="18351" y="4390"/>
                  <a:pt x="17674" y="4012"/>
                  <a:pt x="16840" y="4012"/>
                </a:cubicBezTo>
                <a:close/>
                <a:moveTo>
                  <a:pt x="4332" y="5999"/>
                </a:moveTo>
                <a:cubicBezTo>
                  <a:pt x="5001" y="5999"/>
                  <a:pt x="5545" y="6301"/>
                  <a:pt x="5545" y="6675"/>
                </a:cubicBezTo>
                <a:cubicBezTo>
                  <a:pt x="5545" y="7048"/>
                  <a:pt x="5001" y="7351"/>
                  <a:pt x="4332" y="7351"/>
                </a:cubicBezTo>
                <a:cubicBezTo>
                  <a:pt x="3663" y="7351"/>
                  <a:pt x="3121" y="7048"/>
                  <a:pt x="3121" y="6675"/>
                </a:cubicBezTo>
                <a:cubicBezTo>
                  <a:pt x="3121" y="6301"/>
                  <a:pt x="3663" y="5999"/>
                  <a:pt x="4332" y="5999"/>
                </a:cubicBezTo>
                <a:close/>
                <a:moveTo>
                  <a:pt x="16840" y="5999"/>
                </a:moveTo>
                <a:cubicBezTo>
                  <a:pt x="17509" y="5999"/>
                  <a:pt x="18051" y="6301"/>
                  <a:pt x="18051" y="6675"/>
                </a:cubicBezTo>
                <a:cubicBezTo>
                  <a:pt x="18051" y="7048"/>
                  <a:pt x="17509" y="7351"/>
                  <a:pt x="16840" y="7351"/>
                </a:cubicBezTo>
                <a:cubicBezTo>
                  <a:pt x="16171" y="7351"/>
                  <a:pt x="15630" y="7048"/>
                  <a:pt x="15630" y="6675"/>
                </a:cubicBezTo>
                <a:cubicBezTo>
                  <a:pt x="15630" y="6301"/>
                  <a:pt x="16171" y="5999"/>
                  <a:pt x="16840" y="5999"/>
                </a:cubicBezTo>
                <a:close/>
              </a:path>
            </a:pathLst>
          </a:custGeom>
          <a:solidFill>
            <a:srgbClr val="FF8A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spcBef>
                <a:spcPts val="0"/>
              </a:spcBef>
              <a:defRPr>
                <a:solidFill>
                  <a:srgbClr val="00F900"/>
                </a:solidFill>
              </a:defRPr>
            </a:pPr>
          </a:p>
        </p:txBody>
      </p:sp>
      <p:sp>
        <p:nvSpPr>
          <p:cNvPr id="184" name="小盆栽基本架構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小盆栽基本架構</a:t>
            </a:r>
          </a:p>
        </p:txBody>
      </p:sp>
      <p:sp>
        <p:nvSpPr>
          <p:cNvPr id="185" name="1. 先定地基（花器、海綿）…"/>
          <p:cNvSpPr txBox="1"/>
          <p:nvPr/>
        </p:nvSpPr>
        <p:spPr>
          <a:xfrm>
            <a:off x="1904495" y="5520736"/>
            <a:ext cx="12915901" cy="457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defTabSz="457200">
              <a:spcBef>
                <a:spcPts val="0"/>
              </a:spcBef>
              <a:defRPr sz="63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1. 先定地基（花器、海綿）</a:t>
            </a:r>
          </a:p>
          <a:p>
            <a:pPr defTabSz="457200">
              <a:spcBef>
                <a:spcPts val="0"/>
              </a:spcBef>
              <a:defRPr sz="63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2. 再下主角（主花）</a:t>
            </a:r>
          </a:p>
          <a:p>
            <a:pPr defTabSz="457200">
              <a:spcBef>
                <a:spcPts val="0"/>
              </a:spcBef>
              <a:defRPr sz="63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3. 份量蓬鬆的花材補洞（配花打底）</a:t>
            </a:r>
          </a:p>
          <a:p>
            <a:pPr defTabSz="457200">
              <a:spcBef>
                <a:spcPts val="0"/>
              </a:spcBef>
              <a:defRPr sz="63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4. 線條跳躍（配花點綴）</a:t>
            </a:r>
          </a:p>
        </p:txBody>
      </p:sp>
      <p:sp>
        <p:nvSpPr>
          <p:cNvPr id="186" name="終結"/>
          <p:cNvSpPr/>
          <p:nvPr/>
        </p:nvSpPr>
        <p:spPr>
          <a:xfrm>
            <a:off x="17192673" y="8104470"/>
            <a:ext cx="2531467" cy="12657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187" name="牡丹"/>
          <p:cNvSpPr/>
          <p:nvPr/>
        </p:nvSpPr>
        <p:spPr>
          <a:xfrm>
            <a:off x="17721048" y="6836836"/>
            <a:ext cx="1474715" cy="14748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90" h="21600" fill="norm" stroke="1" extrusionOk="0">
                <a:moveTo>
                  <a:pt x="9080" y="0"/>
                </a:moveTo>
                <a:cubicBezTo>
                  <a:pt x="8478" y="0"/>
                  <a:pt x="7732" y="589"/>
                  <a:pt x="7150" y="1561"/>
                </a:cubicBezTo>
                <a:cubicBezTo>
                  <a:pt x="7742" y="1799"/>
                  <a:pt x="8360" y="2143"/>
                  <a:pt x="8952" y="2629"/>
                </a:cubicBezTo>
                <a:cubicBezTo>
                  <a:pt x="9322" y="2478"/>
                  <a:pt x="9774" y="2597"/>
                  <a:pt x="9996" y="2818"/>
                </a:cubicBezTo>
                <a:cubicBezTo>
                  <a:pt x="10058" y="2775"/>
                  <a:pt x="10150" y="2749"/>
                  <a:pt x="10253" y="2749"/>
                </a:cubicBezTo>
                <a:cubicBezTo>
                  <a:pt x="10356" y="2749"/>
                  <a:pt x="10444" y="2775"/>
                  <a:pt x="10511" y="2818"/>
                </a:cubicBezTo>
                <a:cubicBezTo>
                  <a:pt x="10783" y="2564"/>
                  <a:pt x="11233" y="2467"/>
                  <a:pt x="11598" y="2651"/>
                </a:cubicBezTo>
                <a:cubicBezTo>
                  <a:pt x="12195" y="2165"/>
                  <a:pt x="12848" y="1799"/>
                  <a:pt x="13445" y="1561"/>
                </a:cubicBezTo>
                <a:cubicBezTo>
                  <a:pt x="12863" y="589"/>
                  <a:pt x="12117" y="0"/>
                  <a:pt x="11514" y="0"/>
                </a:cubicBezTo>
                <a:cubicBezTo>
                  <a:pt x="11185" y="0"/>
                  <a:pt x="10902" y="173"/>
                  <a:pt x="10712" y="557"/>
                </a:cubicBezTo>
                <a:cubicBezTo>
                  <a:pt x="10691" y="600"/>
                  <a:pt x="10656" y="616"/>
                  <a:pt x="10620" y="616"/>
                </a:cubicBezTo>
                <a:cubicBezTo>
                  <a:pt x="10574" y="616"/>
                  <a:pt x="10532" y="583"/>
                  <a:pt x="10527" y="518"/>
                </a:cubicBezTo>
                <a:cubicBezTo>
                  <a:pt x="10501" y="329"/>
                  <a:pt x="10398" y="238"/>
                  <a:pt x="10295" y="238"/>
                </a:cubicBezTo>
                <a:cubicBezTo>
                  <a:pt x="10192" y="238"/>
                  <a:pt x="10089" y="334"/>
                  <a:pt x="10068" y="518"/>
                </a:cubicBezTo>
                <a:cubicBezTo>
                  <a:pt x="10063" y="583"/>
                  <a:pt x="10023" y="616"/>
                  <a:pt x="9976" y="616"/>
                </a:cubicBezTo>
                <a:cubicBezTo>
                  <a:pt x="9940" y="616"/>
                  <a:pt x="9904" y="595"/>
                  <a:pt x="9883" y="557"/>
                </a:cubicBezTo>
                <a:cubicBezTo>
                  <a:pt x="9693" y="173"/>
                  <a:pt x="9405" y="0"/>
                  <a:pt x="9080" y="0"/>
                </a:cubicBezTo>
                <a:close/>
                <a:moveTo>
                  <a:pt x="5157" y="1593"/>
                </a:moveTo>
                <a:cubicBezTo>
                  <a:pt x="4009" y="1593"/>
                  <a:pt x="3252" y="2133"/>
                  <a:pt x="3525" y="3073"/>
                </a:cubicBezTo>
                <a:cubicBezTo>
                  <a:pt x="3551" y="3165"/>
                  <a:pt x="3464" y="3262"/>
                  <a:pt x="3366" y="3186"/>
                </a:cubicBezTo>
                <a:cubicBezTo>
                  <a:pt x="3289" y="3127"/>
                  <a:pt x="3134" y="3041"/>
                  <a:pt x="3006" y="3154"/>
                </a:cubicBezTo>
                <a:cubicBezTo>
                  <a:pt x="2928" y="3224"/>
                  <a:pt x="2913" y="3370"/>
                  <a:pt x="3036" y="3537"/>
                </a:cubicBezTo>
                <a:cubicBezTo>
                  <a:pt x="3098" y="3618"/>
                  <a:pt x="3037" y="3726"/>
                  <a:pt x="2924" y="3699"/>
                </a:cubicBezTo>
                <a:cubicBezTo>
                  <a:pt x="2800" y="3667"/>
                  <a:pt x="2681" y="3640"/>
                  <a:pt x="2573" y="3640"/>
                </a:cubicBezTo>
                <a:cubicBezTo>
                  <a:pt x="1126" y="3640"/>
                  <a:pt x="1023" y="6988"/>
                  <a:pt x="3113" y="9472"/>
                </a:cubicBezTo>
                <a:cubicBezTo>
                  <a:pt x="2866" y="8878"/>
                  <a:pt x="2790" y="8316"/>
                  <a:pt x="2898" y="7879"/>
                </a:cubicBezTo>
                <a:cubicBezTo>
                  <a:pt x="2996" y="7496"/>
                  <a:pt x="3227" y="7226"/>
                  <a:pt x="3551" y="7096"/>
                </a:cubicBezTo>
                <a:cubicBezTo>
                  <a:pt x="3556" y="6907"/>
                  <a:pt x="3654" y="6728"/>
                  <a:pt x="3804" y="6625"/>
                </a:cubicBezTo>
                <a:cubicBezTo>
                  <a:pt x="3757" y="6382"/>
                  <a:pt x="3788" y="6140"/>
                  <a:pt x="3902" y="5913"/>
                </a:cubicBezTo>
                <a:cubicBezTo>
                  <a:pt x="4205" y="5308"/>
                  <a:pt x="5034" y="4951"/>
                  <a:pt x="6125" y="4951"/>
                </a:cubicBezTo>
                <a:cubicBezTo>
                  <a:pt x="6419" y="4951"/>
                  <a:pt x="6784" y="4990"/>
                  <a:pt x="7098" y="5044"/>
                </a:cubicBezTo>
                <a:cubicBezTo>
                  <a:pt x="7268" y="4531"/>
                  <a:pt x="7690" y="3494"/>
                  <a:pt x="8524" y="2857"/>
                </a:cubicBezTo>
                <a:cubicBezTo>
                  <a:pt x="7355" y="1966"/>
                  <a:pt x="6119" y="1593"/>
                  <a:pt x="5157" y="1593"/>
                </a:cubicBezTo>
                <a:close/>
                <a:moveTo>
                  <a:pt x="15433" y="1593"/>
                </a:moveTo>
                <a:cubicBezTo>
                  <a:pt x="14471" y="1593"/>
                  <a:pt x="13235" y="1966"/>
                  <a:pt x="12066" y="2857"/>
                </a:cubicBezTo>
                <a:cubicBezTo>
                  <a:pt x="12900" y="3494"/>
                  <a:pt x="13322" y="4531"/>
                  <a:pt x="13492" y="5044"/>
                </a:cubicBezTo>
                <a:cubicBezTo>
                  <a:pt x="13806" y="4990"/>
                  <a:pt x="14172" y="4951"/>
                  <a:pt x="14465" y="4951"/>
                </a:cubicBezTo>
                <a:cubicBezTo>
                  <a:pt x="15556" y="4951"/>
                  <a:pt x="16384" y="5308"/>
                  <a:pt x="16688" y="5913"/>
                </a:cubicBezTo>
                <a:cubicBezTo>
                  <a:pt x="16802" y="6140"/>
                  <a:pt x="16833" y="6382"/>
                  <a:pt x="16786" y="6625"/>
                </a:cubicBezTo>
                <a:cubicBezTo>
                  <a:pt x="16936" y="6728"/>
                  <a:pt x="17034" y="6907"/>
                  <a:pt x="17039" y="7096"/>
                </a:cubicBezTo>
                <a:cubicBezTo>
                  <a:pt x="17363" y="7226"/>
                  <a:pt x="17594" y="7496"/>
                  <a:pt x="17692" y="7879"/>
                </a:cubicBezTo>
                <a:cubicBezTo>
                  <a:pt x="17800" y="8316"/>
                  <a:pt x="17724" y="8878"/>
                  <a:pt x="17477" y="9472"/>
                </a:cubicBezTo>
                <a:cubicBezTo>
                  <a:pt x="19567" y="6988"/>
                  <a:pt x="19464" y="3640"/>
                  <a:pt x="18017" y="3640"/>
                </a:cubicBezTo>
                <a:cubicBezTo>
                  <a:pt x="17909" y="3640"/>
                  <a:pt x="17790" y="3667"/>
                  <a:pt x="17666" y="3699"/>
                </a:cubicBezTo>
                <a:cubicBezTo>
                  <a:pt x="17553" y="3726"/>
                  <a:pt x="17492" y="3618"/>
                  <a:pt x="17554" y="3537"/>
                </a:cubicBezTo>
                <a:cubicBezTo>
                  <a:pt x="17677" y="3370"/>
                  <a:pt x="17662" y="3224"/>
                  <a:pt x="17584" y="3154"/>
                </a:cubicBezTo>
                <a:cubicBezTo>
                  <a:pt x="17456" y="3041"/>
                  <a:pt x="17301" y="3127"/>
                  <a:pt x="17224" y="3186"/>
                </a:cubicBezTo>
                <a:cubicBezTo>
                  <a:pt x="17126" y="3262"/>
                  <a:pt x="17039" y="3165"/>
                  <a:pt x="17065" y="3073"/>
                </a:cubicBezTo>
                <a:cubicBezTo>
                  <a:pt x="17338" y="2133"/>
                  <a:pt x="16581" y="1593"/>
                  <a:pt x="15433" y="1593"/>
                </a:cubicBezTo>
                <a:close/>
                <a:moveTo>
                  <a:pt x="11280" y="2990"/>
                </a:moveTo>
                <a:cubicBezTo>
                  <a:pt x="10987" y="2949"/>
                  <a:pt x="10731" y="3088"/>
                  <a:pt x="10568" y="3446"/>
                </a:cubicBezTo>
                <a:cubicBezTo>
                  <a:pt x="10532" y="3521"/>
                  <a:pt x="10439" y="3511"/>
                  <a:pt x="10429" y="3419"/>
                </a:cubicBezTo>
                <a:cubicBezTo>
                  <a:pt x="10382" y="3111"/>
                  <a:pt x="10105" y="3122"/>
                  <a:pt x="10084" y="3424"/>
                </a:cubicBezTo>
                <a:cubicBezTo>
                  <a:pt x="10079" y="3516"/>
                  <a:pt x="9980" y="3532"/>
                  <a:pt x="9944" y="3456"/>
                </a:cubicBezTo>
                <a:cubicBezTo>
                  <a:pt x="9260" y="2041"/>
                  <a:pt x="7160" y="4180"/>
                  <a:pt x="7197" y="7209"/>
                </a:cubicBezTo>
                <a:cubicBezTo>
                  <a:pt x="7202" y="7673"/>
                  <a:pt x="7520" y="8144"/>
                  <a:pt x="7953" y="8576"/>
                </a:cubicBezTo>
                <a:cubicBezTo>
                  <a:pt x="8529" y="7901"/>
                  <a:pt x="9368" y="7479"/>
                  <a:pt x="10295" y="7479"/>
                </a:cubicBezTo>
                <a:cubicBezTo>
                  <a:pt x="11217" y="7479"/>
                  <a:pt x="12051" y="7895"/>
                  <a:pt x="12628" y="8559"/>
                </a:cubicBezTo>
                <a:cubicBezTo>
                  <a:pt x="13076" y="8105"/>
                  <a:pt x="13405" y="7609"/>
                  <a:pt x="13400" y="7128"/>
                </a:cubicBezTo>
                <a:cubicBezTo>
                  <a:pt x="13373" y="4856"/>
                  <a:pt x="12159" y="3115"/>
                  <a:pt x="11280" y="2990"/>
                </a:cubicBezTo>
                <a:close/>
                <a:moveTo>
                  <a:pt x="6320" y="5378"/>
                </a:moveTo>
                <a:cubicBezTo>
                  <a:pt x="4824" y="5313"/>
                  <a:pt x="3786" y="6005"/>
                  <a:pt x="4354" y="6875"/>
                </a:cubicBezTo>
                <a:cubicBezTo>
                  <a:pt x="4400" y="6945"/>
                  <a:pt x="4344" y="7026"/>
                  <a:pt x="4262" y="6988"/>
                </a:cubicBezTo>
                <a:cubicBezTo>
                  <a:pt x="3984" y="6875"/>
                  <a:pt x="3855" y="7134"/>
                  <a:pt x="4092" y="7307"/>
                </a:cubicBezTo>
                <a:cubicBezTo>
                  <a:pt x="4164" y="7361"/>
                  <a:pt x="4127" y="7452"/>
                  <a:pt x="4045" y="7447"/>
                </a:cubicBezTo>
                <a:cubicBezTo>
                  <a:pt x="2912" y="7382"/>
                  <a:pt x="3031" y="9035"/>
                  <a:pt x="4220" y="10493"/>
                </a:cubicBezTo>
                <a:cubicBezTo>
                  <a:pt x="4581" y="10109"/>
                  <a:pt x="5002" y="9742"/>
                  <a:pt x="5491" y="9445"/>
                </a:cubicBezTo>
                <a:cubicBezTo>
                  <a:pt x="6212" y="9013"/>
                  <a:pt x="7057" y="9288"/>
                  <a:pt x="7417" y="9401"/>
                </a:cubicBezTo>
                <a:cubicBezTo>
                  <a:pt x="7494" y="9228"/>
                  <a:pt x="7587" y="9062"/>
                  <a:pt x="7690" y="8905"/>
                </a:cubicBezTo>
                <a:cubicBezTo>
                  <a:pt x="7093" y="8316"/>
                  <a:pt x="6783" y="7749"/>
                  <a:pt x="6778" y="7209"/>
                </a:cubicBezTo>
                <a:cubicBezTo>
                  <a:pt x="6773" y="6615"/>
                  <a:pt x="6840" y="6021"/>
                  <a:pt x="6984" y="5454"/>
                </a:cubicBezTo>
                <a:cubicBezTo>
                  <a:pt x="6755" y="5412"/>
                  <a:pt x="6533" y="5387"/>
                  <a:pt x="6320" y="5378"/>
                </a:cubicBezTo>
                <a:close/>
                <a:moveTo>
                  <a:pt x="14256" y="5378"/>
                </a:moveTo>
                <a:cubicBezTo>
                  <a:pt x="14042" y="5387"/>
                  <a:pt x="13819" y="5412"/>
                  <a:pt x="13590" y="5454"/>
                </a:cubicBezTo>
                <a:cubicBezTo>
                  <a:pt x="13734" y="6021"/>
                  <a:pt x="13801" y="6615"/>
                  <a:pt x="13796" y="7209"/>
                </a:cubicBezTo>
                <a:cubicBezTo>
                  <a:pt x="13785" y="7749"/>
                  <a:pt x="13482" y="8316"/>
                  <a:pt x="12885" y="8905"/>
                </a:cubicBezTo>
                <a:cubicBezTo>
                  <a:pt x="12988" y="9062"/>
                  <a:pt x="13080" y="9228"/>
                  <a:pt x="13157" y="9401"/>
                </a:cubicBezTo>
                <a:cubicBezTo>
                  <a:pt x="13517" y="9288"/>
                  <a:pt x="14362" y="9013"/>
                  <a:pt x="15083" y="9445"/>
                </a:cubicBezTo>
                <a:cubicBezTo>
                  <a:pt x="15572" y="9742"/>
                  <a:pt x="15993" y="10109"/>
                  <a:pt x="16354" y="10493"/>
                </a:cubicBezTo>
                <a:cubicBezTo>
                  <a:pt x="17543" y="9035"/>
                  <a:pt x="17662" y="7382"/>
                  <a:pt x="16529" y="7447"/>
                </a:cubicBezTo>
                <a:cubicBezTo>
                  <a:pt x="16447" y="7452"/>
                  <a:pt x="16410" y="7361"/>
                  <a:pt x="16482" y="7307"/>
                </a:cubicBezTo>
                <a:cubicBezTo>
                  <a:pt x="16719" y="7134"/>
                  <a:pt x="16591" y="6875"/>
                  <a:pt x="16313" y="6988"/>
                </a:cubicBezTo>
                <a:cubicBezTo>
                  <a:pt x="16231" y="7026"/>
                  <a:pt x="16174" y="6945"/>
                  <a:pt x="16220" y="6875"/>
                </a:cubicBezTo>
                <a:cubicBezTo>
                  <a:pt x="16788" y="6005"/>
                  <a:pt x="15752" y="5313"/>
                  <a:pt x="14256" y="5378"/>
                </a:cubicBezTo>
                <a:close/>
                <a:moveTo>
                  <a:pt x="1487" y="7496"/>
                </a:moveTo>
                <a:cubicBezTo>
                  <a:pt x="61" y="8435"/>
                  <a:pt x="-505" y="9791"/>
                  <a:pt x="530" y="10363"/>
                </a:cubicBezTo>
                <a:cubicBezTo>
                  <a:pt x="622" y="10412"/>
                  <a:pt x="601" y="10541"/>
                  <a:pt x="498" y="10557"/>
                </a:cubicBezTo>
                <a:cubicBezTo>
                  <a:pt x="137" y="10616"/>
                  <a:pt x="142" y="11000"/>
                  <a:pt x="498" y="11038"/>
                </a:cubicBezTo>
                <a:cubicBezTo>
                  <a:pt x="606" y="11049"/>
                  <a:pt x="622" y="11183"/>
                  <a:pt x="530" y="11232"/>
                </a:cubicBezTo>
                <a:cubicBezTo>
                  <a:pt x="-505" y="11810"/>
                  <a:pt x="61" y="13159"/>
                  <a:pt x="1487" y="14099"/>
                </a:cubicBezTo>
                <a:cubicBezTo>
                  <a:pt x="1765" y="13267"/>
                  <a:pt x="2557" y="11767"/>
                  <a:pt x="3895" y="10795"/>
                </a:cubicBezTo>
                <a:cubicBezTo>
                  <a:pt x="2742" y="9985"/>
                  <a:pt x="1786" y="8462"/>
                  <a:pt x="1487" y="7496"/>
                </a:cubicBezTo>
                <a:close/>
                <a:moveTo>
                  <a:pt x="19103" y="7496"/>
                </a:moveTo>
                <a:cubicBezTo>
                  <a:pt x="18804" y="8462"/>
                  <a:pt x="17848" y="9985"/>
                  <a:pt x="16695" y="10795"/>
                </a:cubicBezTo>
                <a:cubicBezTo>
                  <a:pt x="18033" y="11767"/>
                  <a:pt x="18825" y="13267"/>
                  <a:pt x="19103" y="14099"/>
                </a:cubicBezTo>
                <a:cubicBezTo>
                  <a:pt x="20529" y="13159"/>
                  <a:pt x="21095" y="11810"/>
                  <a:pt x="20060" y="11232"/>
                </a:cubicBezTo>
                <a:cubicBezTo>
                  <a:pt x="19968" y="11183"/>
                  <a:pt x="19984" y="11049"/>
                  <a:pt x="20092" y="11038"/>
                </a:cubicBezTo>
                <a:cubicBezTo>
                  <a:pt x="20448" y="11000"/>
                  <a:pt x="20453" y="10616"/>
                  <a:pt x="20092" y="10557"/>
                </a:cubicBezTo>
                <a:cubicBezTo>
                  <a:pt x="19989" y="10541"/>
                  <a:pt x="19968" y="10412"/>
                  <a:pt x="20060" y="10363"/>
                </a:cubicBezTo>
                <a:cubicBezTo>
                  <a:pt x="21095" y="9791"/>
                  <a:pt x="20529" y="8435"/>
                  <a:pt x="19103" y="7496"/>
                </a:cubicBezTo>
                <a:close/>
                <a:moveTo>
                  <a:pt x="10295" y="7906"/>
                </a:moveTo>
                <a:cubicBezTo>
                  <a:pt x="8771" y="7906"/>
                  <a:pt x="7536" y="9202"/>
                  <a:pt x="7536" y="10800"/>
                </a:cubicBezTo>
                <a:cubicBezTo>
                  <a:pt x="7536" y="12398"/>
                  <a:pt x="8771" y="13694"/>
                  <a:pt x="10295" y="13694"/>
                </a:cubicBezTo>
                <a:cubicBezTo>
                  <a:pt x="11819" y="13694"/>
                  <a:pt x="13054" y="12398"/>
                  <a:pt x="13054" y="10800"/>
                </a:cubicBezTo>
                <a:cubicBezTo>
                  <a:pt x="13054" y="9202"/>
                  <a:pt x="11819" y="7906"/>
                  <a:pt x="10295" y="7906"/>
                </a:cubicBezTo>
                <a:close/>
                <a:moveTo>
                  <a:pt x="10295" y="9224"/>
                </a:moveTo>
                <a:cubicBezTo>
                  <a:pt x="11124" y="9224"/>
                  <a:pt x="11798" y="9931"/>
                  <a:pt x="11798" y="10800"/>
                </a:cubicBezTo>
                <a:cubicBezTo>
                  <a:pt x="11798" y="11669"/>
                  <a:pt x="11124" y="12376"/>
                  <a:pt x="10295" y="12376"/>
                </a:cubicBezTo>
                <a:cubicBezTo>
                  <a:pt x="9466" y="12376"/>
                  <a:pt x="8792" y="11669"/>
                  <a:pt x="8792" y="10800"/>
                </a:cubicBezTo>
                <a:cubicBezTo>
                  <a:pt x="8792" y="9931"/>
                  <a:pt x="9466" y="9224"/>
                  <a:pt x="10295" y="9224"/>
                </a:cubicBezTo>
                <a:close/>
                <a:moveTo>
                  <a:pt x="10295" y="9580"/>
                </a:moveTo>
                <a:cubicBezTo>
                  <a:pt x="9997" y="9580"/>
                  <a:pt x="9700" y="9699"/>
                  <a:pt x="9473" y="9938"/>
                </a:cubicBezTo>
                <a:cubicBezTo>
                  <a:pt x="9019" y="10414"/>
                  <a:pt x="9019" y="11186"/>
                  <a:pt x="9473" y="11662"/>
                </a:cubicBezTo>
                <a:cubicBezTo>
                  <a:pt x="9927" y="12139"/>
                  <a:pt x="10663" y="12139"/>
                  <a:pt x="11117" y="11662"/>
                </a:cubicBezTo>
                <a:cubicBezTo>
                  <a:pt x="11571" y="11186"/>
                  <a:pt x="11571" y="10414"/>
                  <a:pt x="11117" y="9938"/>
                </a:cubicBezTo>
                <a:cubicBezTo>
                  <a:pt x="10890" y="9699"/>
                  <a:pt x="10593" y="9580"/>
                  <a:pt x="10295" y="9580"/>
                </a:cubicBezTo>
                <a:close/>
                <a:moveTo>
                  <a:pt x="14137" y="9631"/>
                </a:moveTo>
                <a:cubicBezTo>
                  <a:pt x="13880" y="9638"/>
                  <a:pt x="13599" y="9695"/>
                  <a:pt x="13316" y="9784"/>
                </a:cubicBezTo>
                <a:cubicBezTo>
                  <a:pt x="13414" y="10103"/>
                  <a:pt x="13466" y="10444"/>
                  <a:pt x="13466" y="10800"/>
                </a:cubicBezTo>
                <a:cubicBezTo>
                  <a:pt x="13466" y="12382"/>
                  <a:pt x="12406" y="13710"/>
                  <a:pt x="10985" y="14045"/>
                </a:cubicBezTo>
                <a:cubicBezTo>
                  <a:pt x="11134" y="14677"/>
                  <a:pt x="11382" y="15223"/>
                  <a:pt x="11778" y="15461"/>
                </a:cubicBezTo>
                <a:cubicBezTo>
                  <a:pt x="14296" y="16946"/>
                  <a:pt x="17091" y="16032"/>
                  <a:pt x="16236" y="14725"/>
                </a:cubicBezTo>
                <a:cubicBezTo>
                  <a:pt x="16190" y="14655"/>
                  <a:pt x="16246" y="14574"/>
                  <a:pt x="16328" y="14612"/>
                </a:cubicBezTo>
                <a:cubicBezTo>
                  <a:pt x="16606" y="14725"/>
                  <a:pt x="16735" y="14466"/>
                  <a:pt x="16498" y="14293"/>
                </a:cubicBezTo>
                <a:cubicBezTo>
                  <a:pt x="16426" y="14239"/>
                  <a:pt x="16463" y="14148"/>
                  <a:pt x="16545" y="14153"/>
                </a:cubicBezTo>
                <a:cubicBezTo>
                  <a:pt x="18053" y="14239"/>
                  <a:pt x="17338" y="11264"/>
                  <a:pt x="14820" y="9779"/>
                </a:cubicBezTo>
                <a:cubicBezTo>
                  <a:pt x="14627" y="9666"/>
                  <a:pt x="14394" y="9623"/>
                  <a:pt x="14137" y="9631"/>
                </a:cubicBezTo>
                <a:close/>
                <a:moveTo>
                  <a:pt x="6415" y="9649"/>
                </a:moveTo>
                <a:cubicBezTo>
                  <a:pt x="6148" y="9644"/>
                  <a:pt x="5907" y="9694"/>
                  <a:pt x="5708" y="9818"/>
                </a:cubicBezTo>
                <a:cubicBezTo>
                  <a:pt x="3227" y="11362"/>
                  <a:pt x="2578" y="14358"/>
                  <a:pt x="4087" y="14234"/>
                </a:cubicBezTo>
                <a:cubicBezTo>
                  <a:pt x="4169" y="14229"/>
                  <a:pt x="4205" y="14315"/>
                  <a:pt x="4133" y="14374"/>
                </a:cubicBezTo>
                <a:cubicBezTo>
                  <a:pt x="3902" y="14569"/>
                  <a:pt x="4045" y="14818"/>
                  <a:pt x="4307" y="14688"/>
                </a:cubicBezTo>
                <a:cubicBezTo>
                  <a:pt x="4390" y="14650"/>
                  <a:pt x="4447" y="14725"/>
                  <a:pt x="4400" y="14801"/>
                </a:cubicBezTo>
                <a:cubicBezTo>
                  <a:pt x="3577" y="16129"/>
                  <a:pt x="6388" y="16966"/>
                  <a:pt x="8874" y="15422"/>
                </a:cubicBezTo>
                <a:cubicBezTo>
                  <a:pt x="9255" y="15184"/>
                  <a:pt x="9487" y="14660"/>
                  <a:pt x="9621" y="14050"/>
                </a:cubicBezTo>
                <a:cubicBezTo>
                  <a:pt x="8200" y="13726"/>
                  <a:pt x="7129" y="12393"/>
                  <a:pt x="7129" y="10800"/>
                </a:cubicBezTo>
                <a:cubicBezTo>
                  <a:pt x="7129" y="10454"/>
                  <a:pt x="7181" y="10120"/>
                  <a:pt x="7274" y="9801"/>
                </a:cubicBezTo>
                <a:cubicBezTo>
                  <a:pt x="6975" y="9712"/>
                  <a:pt x="6682" y="9654"/>
                  <a:pt x="6415" y="9649"/>
                </a:cubicBezTo>
                <a:close/>
                <a:moveTo>
                  <a:pt x="3113" y="12128"/>
                </a:moveTo>
                <a:cubicBezTo>
                  <a:pt x="1023" y="14612"/>
                  <a:pt x="1126" y="17960"/>
                  <a:pt x="2573" y="17960"/>
                </a:cubicBezTo>
                <a:cubicBezTo>
                  <a:pt x="2681" y="17960"/>
                  <a:pt x="2800" y="17933"/>
                  <a:pt x="2924" y="17901"/>
                </a:cubicBezTo>
                <a:cubicBezTo>
                  <a:pt x="3037" y="17874"/>
                  <a:pt x="3098" y="17982"/>
                  <a:pt x="3036" y="18063"/>
                </a:cubicBezTo>
                <a:cubicBezTo>
                  <a:pt x="2913" y="18230"/>
                  <a:pt x="2928" y="18376"/>
                  <a:pt x="3006" y="18446"/>
                </a:cubicBezTo>
                <a:cubicBezTo>
                  <a:pt x="3134" y="18559"/>
                  <a:pt x="3289" y="18473"/>
                  <a:pt x="3366" y="18414"/>
                </a:cubicBezTo>
                <a:cubicBezTo>
                  <a:pt x="3464" y="18338"/>
                  <a:pt x="3551" y="18435"/>
                  <a:pt x="3525" y="18527"/>
                </a:cubicBezTo>
                <a:cubicBezTo>
                  <a:pt x="3252" y="19467"/>
                  <a:pt x="4009" y="20007"/>
                  <a:pt x="5157" y="20007"/>
                </a:cubicBezTo>
                <a:cubicBezTo>
                  <a:pt x="6119" y="20007"/>
                  <a:pt x="7355" y="19634"/>
                  <a:pt x="8524" y="18743"/>
                </a:cubicBezTo>
                <a:cubicBezTo>
                  <a:pt x="7690" y="18106"/>
                  <a:pt x="7268" y="17069"/>
                  <a:pt x="7098" y="16556"/>
                </a:cubicBezTo>
                <a:cubicBezTo>
                  <a:pt x="6784" y="16610"/>
                  <a:pt x="6419" y="16649"/>
                  <a:pt x="6125" y="16649"/>
                </a:cubicBezTo>
                <a:cubicBezTo>
                  <a:pt x="5034" y="16649"/>
                  <a:pt x="4205" y="16292"/>
                  <a:pt x="3902" y="15687"/>
                </a:cubicBezTo>
                <a:cubicBezTo>
                  <a:pt x="3788" y="15460"/>
                  <a:pt x="3757" y="15218"/>
                  <a:pt x="3804" y="14975"/>
                </a:cubicBezTo>
                <a:cubicBezTo>
                  <a:pt x="3654" y="14872"/>
                  <a:pt x="3556" y="14693"/>
                  <a:pt x="3551" y="14504"/>
                </a:cubicBezTo>
                <a:cubicBezTo>
                  <a:pt x="3227" y="14374"/>
                  <a:pt x="2996" y="14104"/>
                  <a:pt x="2898" y="13721"/>
                </a:cubicBezTo>
                <a:cubicBezTo>
                  <a:pt x="2790" y="13284"/>
                  <a:pt x="2866" y="12722"/>
                  <a:pt x="3113" y="12128"/>
                </a:cubicBezTo>
                <a:close/>
                <a:moveTo>
                  <a:pt x="17477" y="12128"/>
                </a:moveTo>
                <a:cubicBezTo>
                  <a:pt x="17724" y="12722"/>
                  <a:pt x="17800" y="13284"/>
                  <a:pt x="17692" y="13721"/>
                </a:cubicBezTo>
                <a:cubicBezTo>
                  <a:pt x="17594" y="14104"/>
                  <a:pt x="17363" y="14374"/>
                  <a:pt x="17039" y="14504"/>
                </a:cubicBezTo>
                <a:cubicBezTo>
                  <a:pt x="17034" y="14693"/>
                  <a:pt x="16936" y="14872"/>
                  <a:pt x="16786" y="14975"/>
                </a:cubicBezTo>
                <a:cubicBezTo>
                  <a:pt x="16833" y="15218"/>
                  <a:pt x="16802" y="15460"/>
                  <a:pt x="16688" y="15687"/>
                </a:cubicBezTo>
                <a:cubicBezTo>
                  <a:pt x="16385" y="16292"/>
                  <a:pt x="15556" y="16649"/>
                  <a:pt x="14465" y="16649"/>
                </a:cubicBezTo>
                <a:cubicBezTo>
                  <a:pt x="14171" y="16649"/>
                  <a:pt x="13806" y="16610"/>
                  <a:pt x="13492" y="16556"/>
                </a:cubicBezTo>
                <a:cubicBezTo>
                  <a:pt x="13322" y="17069"/>
                  <a:pt x="12900" y="18106"/>
                  <a:pt x="12066" y="18743"/>
                </a:cubicBezTo>
                <a:cubicBezTo>
                  <a:pt x="13235" y="19634"/>
                  <a:pt x="14471" y="20007"/>
                  <a:pt x="15433" y="20007"/>
                </a:cubicBezTo>
                <a:cubicBezTo>
                  <a:pt x="16581" y="20007"/>
                  <a:pt x="17338" y="19467"/>
                  <a:pt x="17065" y="18527"/>
                </a:cubicBezTo>
                <a:cubicBezTo>
                  <a:pt x="17039" y="18435"/>
                  <a:pt x="17126" y="18338"/>
                  <a:pt x="17224" y="18414"/>
                </a:cubicBezTo>
                <a:cubicBezTo>
                  <a:pt x="17301" y="18473"/>
                  <a:pt x="17456" y="18559"/>
                  <a:pt x="17584" y="18446"/>
                </a:cubicBezTo>
                <a:cubicBezTo>
                  <a:pt x="17662" y="18376"/>
                  <a:pt x="17677" y="18230"/>
                  <a:pt x="17554" y="18063"/>
                </a:cubicBezTo>
                <a:cubicBezTo>
                  <a:pt x="17492" y="17982"/>
                  <a:pt x="17553" y="17874"/>
                  <a:pt x="17666" y="17901"/>
                </a:cubicBezTo>
                <a:cubicBezTo>
                  <a:pt x="17790" y="17933"/>
                  <a:pt x="17909" y="17960"/>
                  <a:pt x="18017" y="17960"/>
                </a:cubicBezTo>
                <a:cubicBezTo>
                  <a:pt x="19464" y="17960"/>
                  <a:pt x="19567" y="14612"/>
                  <a:pt x="17477" y="12128"/>
                </a:cubicBezTo>
                <a:close/>
                <a:moveTo>
                  <a:pt x="10028" y="14104"/>
                </a:moveTo>
                <a:cubicBezTo>
                  <a:pt x="9848" y="14947"/>
                  <a:pt x="9533" y="15515"/>
                  <a:pt x="9090" y="15790"/>
                </a:cubicBezTo>
                <a:cubicBezTo>
                  <a:pt x="8606" y="16092"/>
                  <a:pt x="8076" y="16324"/>
                  <a:pt x="7541" y="16475"/>
                </a:cubicBezTo>
                <a:cubicBezTo>
                  <a:pt x="8184" y="18306"/>
                  <a:pt x="9534" y="19240"/>
                  <a:pt x="10028" y="18154"/>
                </a:cubicBezTo>
                <a:cubicBezTo>
                  <a:pt x="10064" y="18079"/>
                  <a:pt x="10156" y="18089"/>
                  <a:pt x="10166" y="18181"/>
                </a:cubicBezTo>
                <a:cubicBezTo>
                  <a:pt x="10213" y="18489"/>
                  <a:pt x="10490" y="18478"/>
                  <a:pt x="10511" y="18176"/>
                </a:cubicBezTo>
                <a:cubicBezTo>
                  <a:pt x="10516" y="18084"/>
                  <a:pt x="10614" y="18068"/>
                  <a:pt x="10651" y="18144"/>
                </a:cubicBezTo>
                <a:cubicBezTo>
                  <a:pt x="11165" y="19202"/>
                  <a:pt x="12467" y="18269"/>
                  <a:pt x="13075" y="16460"/>
                </a:cubicBezTo>
                <a:cubicBezTo>
                  <a:pt x="12576" y="16325"/>
                  <a:pt x="12061" y="16124"/>
                  <a:pt x="11572" y="15827"/>
                </a:cubicBezTo>
                <a:cubicBezTo>
                  <a:pt x="10857" y="15390"/>
                  <a:pt x="10661" y="14482"/>
                  <a:pt x="10573" y="14104"/>
                </a:cubicBezTo>
                <a:cubicBezTo>
                  <a:pt x="10393" y="14120"/>
                  <a:pt x="10208" y="14120"/>
                  <a:pt x="10028" y="14104"/>
                </a:cubicBezTo>
                <a:close/>
                <a:moveTo>
                  <a:pt x="10079" y="18782"/>
                </a:moveTo>
                <a:cubicBezTo>
                  <a:pt x="9807" y="19036"/>
                  <a:pt x="9357" y="19133"/>
                  <a:pt x="8992" y="18949"/>
                </a:cubicBezTo>
                <a:cubicBezTo>
                  <a:pt x="8395" y="19435"/>
                  <a:pt x="7742" y="19801"/>
                  <a:pt x="7145" y="20039"/>
                </a:cubicBezTo>
                <a:cubicBezTo>
                  <a:pt x="7727" y="21011"/>
                  <a:pt x="8473" y="21600"/>
                  <a:pt x="9076" y="21600"/>
                </a:cubicBezTo>
                <a:cubicBezTo>
                  <a:pt x="9405" y="21600"/>
                  <a:pt x="9688" y="21427"/>
                  <a:pt x="9878" y="21043"/>
                </a:cubicBezTo>
                <a:cubicBezTo>
                  <a:pt x="9899" y="21000"/>
                  <a:pt x="9934" y="20984"/>
                  <a:pt x="9970" y="20984"/>
                </a:cubicBezTo>
                <a:cubicBezTo>
                  <a:pt x="10016" y="20984"/>
                  <a:pt x="10058" y="21017"/>
                  <a:pt x="10063" y="21082"/>
                </a:cubicBezTo>
                <a:cubicBezTo>
                  <a:pt x="10089" y="21271"/>
                  <a:pt x="10192" y="21362"/>
                  <a:pt x="10295" y="21362"/>
                </a:cubicBezTo>
                <a:cubicBezTo>
                  <a:pt x="10398" y="21362"/>
                  <a:pt x="10501" y="21266"/>
                  <a:pt x="10522" y="21082"/>
                </a:cubicBezTo>
                <a:cubicBezTo>
                  <a:pt x="10527" y="21017"/>
                  <a:pt x="10567" y="20984"/>
                  <a:pt x="10614" y="20984"/>
                </a:cubicBezTo>
                <a:cubicBezTo>
                  <a:pt x="10650" y="20984"/>
                  <a:pt x="10686" y="21005"/>
                  <a:pt x="10707" y="21043"/>
                </a:cubicBezTo>
                <a:cubicBezTo>
                  <a:pt x="10897" y="21427"/>
                  <a:pt x="11185" y="21600"/>
                  <a:pt x="11510" y="21600"/>
                </a:cubicBezTo>
                <a:cubicBezTo>
                  <a:pt x="12112" y="21600"/>
                  <a:pt x="12858" y="21011"/>
                  <a:pt x="13440" y="20039"/>
                </a:cubicBezTo>
                <a:cubicBezTo>
                  <a:pt x="12848" y="19801"/>
                  <a:pt x="12230" y="19457"/>
                  <a:pt x="11638" y="18971"/>
                </a:cubicBezTo>
                <a:cubicBezTo>
                  <a:pt x="11268" y="19122"/>
                  <a:pt x="10816" y="19003"/>
                  <a:pt x="10594" y="18782"/>
                </a:cubicBezTo>
                <a:cubicBezTo>
                  <a:pt x="10532" y="18825"/>
                  <a:pt x="10440" y="18851"/>
                  <a:pt x="10337" y="18851"/>
                </a:cubicBezTo>
                <a:cubicBezTo>
                  <a:pt x="10234" y="18851"/>
                  <a:pt x="10146" y="18825"/>
                  <a:pt x="10079" y="18782"/>
                </a:cubicBezTo>
                <a:close/>
              </a:path>
            </a:pathLst>
          </a:custGeom>
          <a:blipFill>
            <a:blip r:embed="rId5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188" name="花器"/>
          <p:cNvSpPr txBox="1"/>
          <p:nvPr/>
        </p:nvSpPr>
        <p:spPr>
          <a:xfrm>
            <a:off x="17766255" y="8242037"/>
            <a:ext cx="138430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/>
            <a:r>
              <a:t>花器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如何維護不凋花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如何維護不凋花</a:t>
            </a:r>
          </a:p>
        </p:txBody>
      </p:sp>
      <p:sp>
        <p:nvSpPr>
          <p:cNvPr id="191" name="不能澆水…"/>
          <p:cNvSpPr txBox="1"/>
          <p:nvPr/>
        </p:nvSpPr>
        <p:spPr>
          <a:xfrm>
            <a:off x="3236724" y="6179560"/>
            <a:ext cx="10515601" cy="345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defTabSz="457200">
              <a:spcBef>
                <a:spcPts val="0"/>
              </a:spcBef>
              <a:defRPr sz="63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不能澆水</a:t>
            </a:r>
          </a:p>
          <a:p>
            <a:pPr defTabSz="457200">
              <a:spcBef>
                <a:spcPts val="0"/>
              </a:spcBef>
              <a:defRPr sz="63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保持乾燥勿長時間至於潮濕處</a:t>
            </a:r>
          </a:p>
          <a:p>
            <a:pPr defTabSz="457200">
              <a:spcBef>
                <a:spcPts val="0"/>
              </a:spcBef>
              <a:defRPr sz="63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有灰塵用吹風的方式清潔</a:t>
            </a:r>
          </a:p>
        </p:txBody>
      </p:sp>
      <p:pic>
        <p:nvPicPr>
          <p:cNvPr id="192" name="截圖 2026-05-25 17.38.20.png" descr="截圖 2026-05-25 17.38.20.png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782783" y="4775714"/>
            <a:ext cx="5803436" cy="6262092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2.png"/></Relationships>
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3.png"/></Relationships>

</file>

<file path=ppt/theme/theme1.xml><?xml version="1.0" encoding="utf-8"?>
<a:theme xmlns:a="http://schemas.openxmlformats.org/drawingml/2006/main" xmlns:r="http://schemas.openxmlformats.org/officeDocument/2006/relationships" name="Renaissance">
  <a:themeElements>
    <a:clrScheme name="Renaissance">
      <a:dk1>
        <a:srgbClr val="625B48"/>
      </a:dk1>
      <a:lt1>
        <a:srgbClr val="1A2C62"/>
      </a:lt1>
      <a:dk2>
        <a:srgbClr val="75716F"/>
      </a:dk2>
      <a:lt2>
        <a:srgbClr val="CDCDCD"/>
      </a:lt2>
      <a:accent1>
        <a:srgbClr val="9EA3A1"/>
      </a:accent1>
      <a:accent2>
        <a:srgbClr val="ACAD6A"/>
      </a:accent2>
      <a:accent3>
        <a:srgbClr val="E2BF60"/>
      </a:accent3>
      <a:accent4>
        <a:srgbClr val="DF995B"/>
      </a:accent4>
      <a:accent5>
        <a:srgbClr val="D27263"/>
      </a:accent5>
      <a:accent6>
        <a:srgbClr val="B59871"/>
      </a:accent6>
      <a:hlink>
        <a:srgbClr val="0000FF"/>
      </a:hlink>
      <a:folHlink>
        <a:srgbClr val="FF00FF"/>
      </a:folHlink>
    </a:clrScheme>
    <a:fontScheme name="Renaissance">
      <a:majorFont>
        <a:latin typeface="Didot"/>
        <a:ea typeface="Didot"/>
        <a:cs typeface="Didot"/>
      </a:majorFont>
      <a:minorFont>
        <a:latin typeface="Didot"/>
        <a:ea typeface="Didot"/>
        <a:cs typeface="Didot"/>
      </a:minorFont>
    </a:fontScheme>
    <a:fmtScheme name="Renaissan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>
            <a:srgbClr val="9A7865"/>
          </a:buClr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625B48"/>
            </a:solidFill>
            <a:effectLst/>
            <a:uFillTx/>
            <a:latin typeface="+mn-lt"/>
            <a:ea typeface="+mn-ea"/>
            <a:cs typeface="+mn-cs"/>
            <a:sym typeface="Dido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38100" cap="flat">
          <a:solidFill>
            <a:schemeClr val="accent2">
              <a:hueOff val="177409"/>
              <a:satOff val="5215"/>
              <a:lumOff val="-9597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t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4500"/>
          </a:spcBef>
          <a:spcAft>
            <a:spcPts val="0"/>
          </a:spcAft>
          <a:buClr>
            <a:srgbClr val="9A7865"/>
          </a:buClr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625B48"/>
            </a:solidFill>
            <a:effectLst/>
            <a:uFillTx/>
            <a:latin typeface="+mn-lt"/>
            <a:ea typeface="+mn-ea"/>
            <a:cs typeface="+mn-cs"/>
            <a:sym typeface="Dido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Renaissance">
  <a:themeElements>
    <a:clrScheme name="Renaissance">
      <a:dk1>
        <a:srgbClr val="000000"/>
      </a:dk1>
      <a:lt1>
        <a:srgbClr val="FFFFFF"/>
      </a:lt1>
      <a:dk2>
        <a:srgbClr val="75716F"/>
      </a:dk2>
      <a:lt2>
        <a:srgbClr val="CDCDCD"/>
      </a:lt2>
      <a:accent1>
        <a:srgbClr val="9EA3A1"/>
      </a:accent1>
      <a:accent2>
        <a:srgbClr val="ACAD6A"/>
      </a:accent2>
      <a:accent3>
        <a:srgbClr val="E2BF60"/>
      </a:accent3>
      <a:accent4>
        <a:srgbClr val="DF995B"/>
      </a:accent4>
      <a:accent5>
        <a:srgbClr val="D27263"/>
      </a:accent5>
      <a:accent6>
        <a:srgbClr val="B59871"/>
      </a:accent6>
      <a:hlink>
        <a:srgbClr val="0000FF"/>
      </a:hlink>
      <a:folHlink>
        <a:srgbClr val="FF00FF"/>
      </a:folHlink>
    </a:clrScheme>
    <a:fontScheme name="Renaissance">
      <a:majorFont>
        <a:latin typeface="Didot"/>
        <a:ea typeface="Didot"/>
        <a:cs typeface="Didot"/>
      </a:majorFont>
      <a:minorFont>
        <a:latin typeface="Didot"/>
        <a:ea typeface="Didot"/>
        <a:cs typeface="Didot"/>
      </a:minorFont>
    </a:fontScheme>
    <a:fmtScheme name="Renaissan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>
            <a:srgbClr val="9A7865"/>
          </a:buClr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625B48"/>
            </a:solidFill>
            <a:effectLst/>
            <a:uFillTx/>
            <a:latin typeface="+mn-lt"/>
            <a:ea typeface="+mn-ea"/>
            <a:cs typeface="+mn-cs"/>
            <a:sym typeface="Dido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38100" cap="flat">
          <a:solidFill>
            <a:schemeClr val="accent2">
              <a:hueOff val="177409"/>
              <a:satOff val="5215"/>
              <a:lumOff val="-9597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t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4500"/>
          </a:spcBef>
          <a:spcAft>
            <a:spcPts val="0"/>
          </a:spcAft>
          <a:buClr>
            <a:srgbClr val="9A7865"/>
          </a:buClr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625B48"/>
            </a:solidFill>
            <a:effectLst/>
            <a:uFillTx/>
            <a:latin typeface="+mn-lt"/>
            <a:ea typeface="+mn-ea"/>
            <a:cs typeface="+mn-cs"/>
            <a:sym typeface="Dido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